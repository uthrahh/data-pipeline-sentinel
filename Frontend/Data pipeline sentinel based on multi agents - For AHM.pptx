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62" r:id="rId7"/>
    <p:sldId id="259" r:id="rId8"/>
    <p:sldId id="263" r:id="rId9"/>
    <p:sldId id="270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1.svg"/><Relationship Id="rId4" Type="http://schemas.openxmlformats.org/officeDocument/2006/relationships/image" Target="../media/image1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1.svg"/><Relationship Id="rId4" Type="http://schemas.openxmlformats.org/officeDocument/2006/relationships/image" Target="../media/image1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E2D817-B6E7-485C-A8FB-35E050BF9C6D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37DD479-967D-4C65-8002-8260D3877ADC}">
      <dgm:prSet/>
      <dgm:spPr/>
      <dgm:t>
        <a:bodyPr/>
        <a:lstStyle/>
        <a:p>
          <a:r>
            <a:rPr lang="en-IN" sz="1200" b="1" dirty="0"/>
            <a:t>1. Monitor</a:t>
          </a:r>
          <a:r>
            <a:rPr lang="en-IN" sz="1200" dirty="0"/>
            <a:t> → Critical data is continuously monitored</a:t>
          </a:r>
          <a:endParaRPr lang="en-US" sz="1200" dirty="0"/>
        </a:p>
      </dgm:t>
    </dgm:pt>
    <dgm:pt modelId="{246A8D68-C74E-4E0F-A1B9-3C07C2A43B14}" type="parTrans" cxnId="{8AE79586-2F07-449D-A39D-BCEAB1982DD9}">
      <dgm:prSet/>
      <dgm:spPr/>
      <dgm:t>
        <a:bodyPr/>
        <a:lstStyle/>
        <a:p>
          <a:endParaRPr lang="en-US"/>
        </a:p>
      </dgm:t>
    </dgm:pt>
    <dgm:pt modelId="{E7C44C52-4DFE-4721-8712-A5B483393457}" type="sibTrans" cxnId="{8AE79586-2F07-449D-A39D-BCEAB1982DD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668FC95-6462-4542-8EAB-B333A04E39D5}">
      <dgm:prSet/>
      <dgm:spPr/>
      <dgm:t>
        <a:bodyPr/>
        <a:lstStyle/>
        <a:p>
          <a:r>
            <a:rPr lang="en-IN" b="1" dirty="0"/>
            <a:t>2.   Detect</a:t>
          </a:r>
          <a:r>
            <a:rPr lang="en-IN" dirty="0"/>
            <a:t> → Failures or delays are identified</a:t>
          </a:r>
          <a:endParaRPr lang="en-US" dirty="0"/>
        </a:p>
      </dgm:t>
    </dgm:pt>
    <dgm:pt modelId="{4CD88EC4-07AE-419D-881F-228D22E0B37C}" type="parTrans" cxnId="{3EC7E769-296A-4BBA-9FB3-9693AA8ECF78}">
      <dgm:prSet/>
      <dgm:spPr/>
      <dgm:t>
        <a:bodyPr/>
        <a:lstStyle/>
        <a:p>
          <a:endParaRPr lang="en-US"/>
        </a:p>
      </dgm:t>
    </dgm:pt>
    <dgm:pt modelId="{B1E72D65-F724-4BF3-BD79-BD44CECCA232}" type="sibTrans" cxnId="{3EC7E769-296A-4BBA-9FB3-9693AA8ECF7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334F2CBA-141D-4867-AB13-82374BFC8B70}">
      <dgm:prSet/>
      <dgm:spPr/>
      <dgm:t>
        <a:bodyPr/>
        <a:lstStyle/>
        <a:p>
          <a:r>
            <a:rPr lang="en-IN" b="1"/>
            <a:t>3.  Investigate</a:t>
          </a:r>
          <a:r>
            <a:rPr lang="en-IN"/>
            <a:t> → Issue and business impact are explained</a:t>
          </a:r>
          <a:endParaRPr lang="en-US"/>
        </a:p>
      </dgm:t>
    </dgm:pt>
    <dgm:pt modelId="{8AD1B2CC-A210-42B8-8540-CC1DEF859F78}" type="parTrans" cxnId="{1D0E3FAC-56FD-46FA-84E1-668214587AF6}">
      <dgm:prSet/>
      <dgm:spPr/>
      <dgm:t>
        <a:bodyPr/>
        <a:lstStyle/>
        <a:p>
          <a:endParaRPr lang="en-US"/>
        </a:p>
      </dgm:t>
    </dgm:pt>
    <dgm:pt modelId="{89141FA9-B57D-423B-AAFE-D028D29A4BA1}" type="sibTrans" cxnId="{1D0E3FAC-56FD-46FA-84E1-668214587AF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8AFA43F0-BEB6-4038-B7E1-755CCAC77FD4}">
      <dgm:prSet/>
      <dgm:spPr/>
      <dgm:t>
        <a:bodyPr/>
        <a:lstStyle/>
        <a:p>
          <a:r>
            <a:rPr lang="en-IN" b="1"/>
            <a:t>4.  Validate</a:t>
          </a:r>
          <a:r>
            <a:rPr lang="en-IN"/>
            <a:t> → Data quality and SLA are checked</a:t>
          </a:r>
          <a:endParaRPr lang="en-US"/>
        </a:p>
      </dgm:t>
    </dgm:pt>
    <dgm:pt modelId="{2CDC00BF-0A8A-40D1-B0F7-095C503F5550}" type="parTrans" cxnId="{0102970A-1685-4789-BBE0-DD561F1C69F1}">
      <dgm:prSet/>
      <dgm:spPr/>
      <dgm:t>
        <a:bodyPr/>
        <a:lstStyle/>
        <a:p>
          <a:endParaRPr lang="en-US"/>
        </a:p>
      </dgm:t>
    </dgm:pt>
    <dgm:pt modelId="{AA3DD9AD-FBC8-4F93-883E-E91D637245DB}" type="sibTrans" cxnId="{0102970A-1685-4789-BBE0-DD561F1C69F1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41D4191-BBF9-4531-8BF5-CAB288C283D8}">
      <dgm:prSet/>
      <dgm:spPr/>
      <dgm:t>
        <a:bodyPr/>
        <a:lstStyle/>
        <a:p>
          <a:r>
            <a:rPr lang="en-IN" b="1"/>
            <a:t>5.  Recover</a:t>
          </a:r>
          <a:r>
            <a:rPr lang="en-IN"/>
            <a:t> → Corrective action is approved and performed</a:t>
          </a:r>
          <a:endParaRPr lang="en-US"/>
        </a:p>
      </dgm:t>
    </dgm:pt>
    <dgm:pt modelId="{D169AB3F-21E5-4E57-BBBE-2DBB469CABA8}" type="parTrans" cxnId="{8E7A4435-C7A5-433B-ACC5-B803EE5D4D29}">
      <dgm:prSet/>
      <dgm:spPr/>
      <dgm:t>
        <a:bodyPr/>
        <a:lstStyle/>
        <a:p>
          <a:endParaRPr lang="en-US"/>
        </a:p>
      </dgm:t>
    </dgm:pt>
    <dgm:pt modelId="{03D9FA85-F97F-47DD-9FB7-88A986216277}" type="sibTrans" cxnId="{8E7A4435-C7A5-433B-ACC5-B803EE5D4D2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1903C980-8B7F-4495-8D94-CD282A85FB60}">
      <dgm:prSet/>
      <dgm:spPr/>
      <dgm:t>
        <a:bodyPr/>
        <a:lstStyle/>
        <a:p>
          <a:r>
            <a:rPr lang="en-IN" b="1"/>
            <a:t>6.  Confirm</a:t>
          </a:r>
          <a:r>
            <a:rPr lang="en-IN"/>
            <a:t> → Recovered data is validated and confirmed ready</a:t>
          </a:r>
          <a:endParaRPr lang="en-US"/>
        </a:p>
      </dgm:t>
    </dgm:pt>
    <dgm:pt modelId="{1670306C-2F3C-4A44-87E1-2CD40E558C2D}" type="parTrans" cxnId="{F0854E21-95F7-4AD7-B6FF-5B8105F58955}">
      <dgm:prSet/>
      <dgm:spPr/>
      <dgm:t>
        <a:bodyPr/>
        <a:lstStyle/>
        <a:p>
          <a:endParaRPr lang="en-US"/>
        </a:p>
      </dgm:t>
    </dgm:pt>
    <dgm:pt modelId="{D88D810A-59E4-4CC7-88A7-2A10421AEE75}" type="sibTrans" cxnId="{F0854E21-95F7-4AD7-B6FF-5B8105F58955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60DEEF64-7ED7-4215-8906-54FB16EC7B9E}" type="pres">
      <dgm:prSet presAssocID="{A6E2D817-B6E7-485C-A8FB-35E050BF9C6D}" presName="Name0" presStyleCnt="0">
        <dgm:presLayoutVars>
          <dgm:animLvl val="lvl"/>
          <dgm:resizeHandles val="exact"/>
        </dgm:presLayoutVars>
      </dgm:prSet>
      <dgm:spPr/>
    </dgm:pt>
    <dgm:pt modelId="{6ECF39D7-BBAA-4C5B-B0B6-87F864B7E146}" type="pres">
      <dgm:prSet presAssocID="{437DD479-967D-4C65-8002-8260D3877ADC}" presName="compositeNode" presStyleCnt="0">
        <dgm:presLayoutVars>
          <dgm:bulletEnabled val="1"/>
        </dgm:presLayoutVars>
      </dgm:prSet>
      <dgm:spPr/>
    </dgm:pt>
    <dgm:pt modelId="{84D59D90-5948-4E66-9EB1-D4FCCDBAF6D6}" type="pres">
      <dgm:prSet presAssocID="{437DD479-967D-4C65-8002-8260D3877ADC}" presName="bgRect" presStyleLbl="bgAccFollowNode1" presStyleIdx="0" presStyleCnt="6"/>
      <dgm:spPr/>
    </dgm:pt>
    <dgm:pt modelId="{0CB90B7F-B697-4FB7-99EF-AF072AEC3B8F}" type="pres">
      <dgm:prSet presAssocID="{E7C44C52-4DFE-4721-8712-A5B483393457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72DDF5AA-5171-4C43-8454-2F87514AE4DB}" type="pres">
      <dgm:prSet presAssocID="{437DD479-967D-4C65-8002-8260D3877ADC}" presName="bottomLine" presStyleLbl="alignNode1" presStyleIdx="1" presStyleCnt="12">
        <dgm:presLayoutVars/>
      </dgm:prSet>
      <dgm:spPr/>
    </dgm:pt>
    <dgm:pt modelId="{A836433C-FEF2-4278-8435-AB752A775F06}" type="pres">
      <dgm:prSet presAssocID="{437DD479-967D-4C65-8002-8260D3877ADC}" presName="nodeText" presStyleLbl="bgAccFollowNode1" presStyleIdx="0" presStyleCnt="6">
        <dgm:presLayoutVars>
          <dgm:bulletEnabled val="1"/>
        </dgm:presLayoutVars>
      </dgm:prSet>
      <dgm:spPr/>
    </dgm:pt>
    <dgm:pt modelId="{1B4491E3-4522-4B95-99D5-BB7B3B5BB81E}" type="pres">
      <dgm:prSet presAssocID="{E7C44C52-4DFE-4721-8712-A5B483393457}" presName="sibTrans" presStyleCnt="0"/>
      <dgm:spPr/>
    </dgm:pt>
    <dgm:pt modelId="{7379E0EF-CF9B-4E76-A29B-0CF644144CB6}" type="pres">
      <dgm:prSet presAssocID="{7668FC95-6462-4542-8EAB-B333A04E39D5}" presName="compositeNode" presStyleCnt="0">
        <dgm:presLayoutVars>
          <dgm:bulletEnabled val="1"/>
        </dgm:presLayoutVars>
      </dgm:prSet>
      <dgm:spPr/>
    </dgm:pt>
    <dgm:pt modelId="{67A59A34-57B8-4D34-AA98-74F56C82770F}" type="pres">
      <dgm:prSet presAssocID="{7668FC95-6462-4542-8EAB-B333A04E39D5}" presName="bgRect" presStyleLbl="bgAccFollowNode1" presStyleIdx="1" presStyleCnt="6"/>
      <dgm:spPr/>
    </dgm:pt>
    <dgm:pt modelId="{6D221E6B-4AB7-4FB4-9F3B-A41114485CDF}" type="pres">
      <dgm:prSet presAssocID="{B1E72D65-F724-4BF3-BD79-BD44CECCA232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974BE492-5B8C-49F5-AB54-78C3CFE49ED4}" type="pres">
      <dgm:prSet presAssocID="{7668FC95-6462-4542-8EAB-B333A04E39D5}" presName="bottomLine" presStyleLbl="alignNode1" presStyleIdx="3" presStyleCnt="12">
        <dgm:presLayoutVars/>
      </dgm:prSet>
      <dgm:spPr/>
    </dgm:pt>
    <dgm:pt modelId="{6C599B61-7A5E-4EF7-86B6-7E39B383C69D}" type="pres">
      <dgm:prSet presAssocID="{7668FC95-6462-4542-8EAB-B333A04E39D5}" presName="nodeText" presStyleLbl="bgAccFollowNode1" presStyleIdx="1" presStyleCnt="6">
        <dgm:presLayoutVars>
          <dgm:bulletEnabled val="1"/>
        </dgm:presLayoutVars>
      </dgm:prSet>
      <dgm:spPr/>
    </dgm:pt>
    <dgm:pt modelId="{B9922ABA-7C92-4C82-8F6C-2AC7A6E23709}" type="pres">
      <dgm:prSet presAssocID="{B1E72D65-F724-4BF3-BD79-BD44CECCA232}" presName="sibTrans" presStyleCnt="0"/>
      <dgm:spPr/>
    </dgm:pt>
    <dgm:pt modelId="{BADAA169-8C95-4B5F-9748-6717D71E1104}" type="pres">
      <dgm:prSet presAssocID="{334F2CBA-141D-4867-AB13-82374BFC8B70}" presName="compositeNode" presStyleCnt="0">
        <dgm:presLayoutVars>
          <dgm:bulletEnabled val="1"/>
        </dgm:presLayoutVars>
      </dgm:prSet>
      <dgm:spPr/>
    </dgm:pt>
    <dgm:pt modelId="{4140048F-F202-40B6-9BE6-1510B92C825D}" type="pres">
      <dgm:prSet presAssocID="{334F2CBA-141D-4867-AB13-82374BFC8B70}" presName="bgRect" presStyleLbl="bgAccFollowNode1" presStyleIdx="2" presStyleCnt="6"/>
      <dgm:spPr/>
    </dgm:pt>
    <dgm:pt modelId="{F089712C-B881-4B9F-B948-B17A9E10A254}" type="pres">
      <dgm:prSet presAssocID="{89141FA9-B57D-423B-AAFE-D028D29A4BA1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8F3D0282-30EF-4A6B-B67C-DD93954630F8}" type="pres">
      <dgm:prSet presAssocID="{334F2CBA-141D-4867-AB13-82374BFC8B70}" presName="bottomLine" presStyleLbl="alignNode1" presStyleIdx="5" presStyleCnt="12">
        <dgm:presLayoutVars/>
      </dgm:prSet>
      <dgm:spPr/>
    </dgm:pt>
    <dgm:pt modelId="{15BFDDAE-E7E2-412F-B021-21A274B23050}" type="pres">
      <dgm:prSet presAssocID="{334F2CBA-141D-4867-AB13-82374BFC8B70}" presName="nodeText" presStyleLbl="bgAccFollowNode1" presStyleIdx="2" presStyleCnt="6">
        <dgm:presLayoutVars>
          <dgm:bulletEnabled val="1"/>
        </dgm:presLayoutVars>
      </dgm:prSet>
      <dgm:spPr/>
    </dgm:pt>
    <dgm:pt modelId="{82665D1E-1D52-413B-A9AD-E77A728C4AF3}" type="pres">
      <dgm:prSet presAssocID="{89141FA9-B57D-423B-AAFE-D028D29A4BA1}" presName="sibTrans" presStyleCnt="0"/>
      <dgm:spPr/>
    </dgm:pt>
    <dgm:pt modelId="{3CD8DF7D-8333-437C-80D4-FF1B19F27EBC}" type="pres">
      <dgm:prSet presAssocID="{8AFA43F0-BEB6-4038-B7E1-755CCAC77FD4}" presName="compositeNode" presStyleCnt="0">
        <dgm:presLayoutVars>
          <dgm:bulletEnabled val="1"/>
        </dgm:presLayoutVars>
      </dgm:prSet>
      <dgm:spPr/>
    </dgm:pt>
    <dgm:pt modelId="{0C2928A2-048E-4821-A0BF-FBAA6FDE5C01}" type="pres">
      <dgm:prSet presAssocID="{8AFA43F0-BEB6-4038-B7E1-755CCAC77FD4}" presName="bgRect" presStyleLbl="bgAccFollowNode1" presStyleIdx="3" presStyleCnt="6"/>
      <dgm:spPr/>
    </dgm:pt>
    <dgm:pt modelId="{71C35D17-84A6-4598-97E8-E9F600445B8F}" type="pres">
      <dgm:prSet presAssocID="{AA3DD9AD-FBC8-4F93-883E-E91D637245DB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85E39CEC-2684-450D-B8E7-9F36FC39BB8E}" type="pres">
      <dgm:prSet presAssocID="{8AFA43F0-BEB6-4038-B7E1-755CCAC77FD4}" presName="bottomLine" presStyleLbl="alignNode1" presStyleIdx="7" presStyleCnt="12">
        <dgm:presLayoutVars/>
      </dgm:prSet>
      <dgm:spPr/>
    </dgm:pt>
    <dgm:pt modelId="{AC14C7CF-8902-449A-B3C5-649C8BC65633}" type="pres">
      <dgm:prSet presAssocID="{8AFA43F0-BEB6-4038-B7E1-755CCAC77FD4}" presName="nodeText" presStyleLbl="bgAccFollowNode1" presStyleIdx="3" presStyleCnt="6">
        <dgm:presLayoutVars>
          <dgm:bulletEnabled val="1"/>
        </dgm:presLayoutVars>
      </dgm:prSet>
      <dgm:spPr/>
    </dgm:pt>
    <dgm:pt modelId="{7E3A0E0F-16CA-4964-B1FA-7D8A48606B05}" type="pres">
      <dgm:prSet presAssocID="{AA3DD9AD-FBC8-4F93-883E-E91D637245DB}" presName="sibTrans" presStyleCnt="0"/>
      <dgm:spPr/>
    </dgm:pt>
    <dgm:pt modelId="{2C2175DA-FA98-47DA-BFDE-6C8787A4BDA7}" type="pres">
      <dgm:prSet presAssocID="{F41D4191-BBF9-4531-8BF5-CAB288C283D8}" presName="compositeNode" presStyleCnt="0">
        <dgm:presLayoutVars>
          <dgm:bulletEnabled val="1"/>
        </dgm:presLayoutVars>
      </dgm:prSet>
      <dgm:spPr/>
    </dgm:pt>
    <dgm:pt modelId="{15D832B5-F352-4C23-9F4C-23D3928BFA60}" type="pres">
      <dgm:prSet presAssocID="{F41D4191-BBF9-4531-8BF5-CAB288C283D8}" presName="bgRect" presStyleLbl="bgAccFollowNode1" presStyleIdx="4" presStyleCnt="6"/>
      <dgm:spPr/>
    </dgm:pt>
    <dgm:pt modelId="{9435859F-DA85-4958-B32D-A77972D04026}" type="pres">
      <dgm:prSet presAssocID="{03D9FA85-F97F-47DD-9FB7-88A986216277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28A7C6ED-A10C-46A9-AE90-EC9A5FB6AF1E}" type="pres">
      <dgm:prSet presAssocID="{F41D4191-BBF9-4531-8BF5-CAB288C283D8}" presName="bottomLine" presStyleLbl="alignNode1" presStyleIdx="9" presStyleCnt="12">
        <dgm:presLayoutVars/>
      </dgm:prSet>
      <dgm:spPr/>
    </dgm:pt>
    <dgm:pt modelId="{A953B38A-41A4-40FE-8F91-FD03EA20B5C3}" type="pres">
      <dgm:prSet presAssocID="{F41D4191-BBF9-4531-8BF5-CAB288C283D8}" presName="nodeText" presStyleLbl="bgAccFollowNode1" presStyleIdx="4" presStyleCnt="6">
        <dgm:presLayoutVars>
          <dgm:bulletEnabled val="1"/>
        </dgm:presLayoutVars>
      </dgm:prSet>
      <dgm:spPr/>
    </dgm:pt>
    <dgm:pt modelId="{AB04A965-379D-474A-B472-679AAA8077A1}" type="pres">
      <dgm:prSet presAssocID="{03D9FA85-F97F-47DD-9FB7-88A986216277}" presName="sibTrans" presStyleCnt="0"/>
      <dgm:spPr/>
    </dgm:pt>
    <dgm:pt modelId="{1D5078B2-8AED-46DE-9DAD-3158D01260A2}" type="pres">
      <dgm:prSet presAssocID="{1903C980-8B7F-4495-8D94-CD282A85FB60}" presName="compositeNode" presStyleCnt="0">
        <dgm:presLayoutVars>
          <dgm:bulletEnabled val="1"/>
        </dgm:presLayoutVars>
      </dgm:prSet>
      <dgm:spPr/>
    </dgm:pt>
    <dgm:pt modelId="{F0392D4C-F7FF-48B4-800F-3820F060A402}" type="pres">
      <dgm:prSet presAssocID="{1903C980-8B7F-4495-8D94-CD282A85FB60}" presName="bgRect" presStyleLbl="bgAccFollowNode1" presStyleIdx="5" presStyleCnt="6"/>
      <dgm:spPr/>
    </dgm:pt>
    <dgm:pt modelId="{4679ADD5-8028-460E-A87D-73708301BB73}" type="pres">
      <dgm:prSet presAssocID="{D88D810A-59E4-4CC7-88A7-2A10421AEE75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525D2208-D772-46BA-A64C-556BBD9C6A2B}" type="pres">
      <dgm:prSet presAssocID="{1903C980-8B7F-4495-8D94-CD282A85FB60}" presName="bottomLine" presStyleLbl="alignNode1" presStyleIdx="11" presStyleCnt="12">
        <dgm:presLayoutVars/>
      </dgm:prSet>
      <dgm:spPr/>
    </dgm:pt>
    <dgm:pt modelId="{9D6A615C-DF60-434F-A8E5-4F01DEE77575}" type="pres">
      <dgm:prSet presAssocID="{1903C980-8B7F-4495-8D94-CD282A85FB60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83AA1207-1B16-4C67-8304-8EBA48B8E342}" type="presOf" srcId="{A6E2D817-B6E7-485C-A8FB-35E050BF9C6D}" destId="{60DEEF64-7ED7-4215-8906-54FB16EC7B9E}" srcOrd="0" destOrd="0" presId="urn:microsoft.com/office/officeart/2016/7/layout/BasicLinearProcessNumbered"/>
    <dgm:cxn modelId="{0102970A-1685-4789-BBE0-DD561F1C69F1}" srcId="{A6E2D817-B6E7-485C-A8FB-35E050BF9C6D}" destId="{8AFA43F0-BEB6-4038-B7E1-755CCAC77FD4}" srcOrd="3" destOrd="0" parTransId="{2CDC00BF-0A8A-40D1-B0F7-095C503F5550}" sibTransId="{AA3DD9AD-FBC8-4F93-883E-E91D637245DB}"/>
    <dgm:cxn modelId="{FB1A8D14-6DF9-43A4-A2C3-CC36D2D26EF1}" type="presOf" srcId="{AA3DD9AD-FBC8-4F93-883E-E91D637245DB}" destId="{71C35D17-84A6-4598-97E8-E9F600445B8F}" srcOrd="0" destOrd="0" presId="urn:microsoft.com/office/officeart/2016/7/layout/BasicLinearProcessNumbered"/>
    <dgm:cxn modelId="{D2EC2C1A-8E26-4C19-B6AD-289FF6A43A6D}" type="presOf" srcId="{B1E72D65-F724-4BF3-BD79-BD44CECCA232}" destId="{6D221E6B-4AB7-4FB4-9F3B-A41114485CDF}" srcOrd="0" destOrd="0" presId="urn:microsoft.com/office/officeart/2016/7/layout/BasicLinearProcessNumbered"/>
    <dgm:cxn modelId="{8AB2E61D-5900-4C1A-ACF7-47EF1BC778B8}" type="presOf" srcId="{03D9FA85-F97F-47DD-9FB7-88A986216277}" destId="{9435859F-DA85-4958-B32D-A77972D04026}" srcOrd="0" destOrd="0" presId="urn:microsoft.com/office/officeart/2016/7/layout/BasicLinearProcessNumbered"/>
    <dgm:cxn modelId="{C9714B1F-8597-4DC0-B99C-A6F711314EA4}" type="presOf" srcId="{1903C980-8B7F-4495-8D94-CD282A85FB60}" destId="{F0392D4C-F7FF-48B4-800F-3820F060A402}" srcOrd="0" destOrd="0" presId="urn:microsoft.com/office/officeart/2016/7/layout/BasicLinearProcessNumbered"/>
    <dgm:cxn modelId="{F0854E21-95F7-4AD7-B6FF-5B8105F58955}" srcId="{A6E2D817-B6E7-485C-A8FB-35E050BF9C6D}" destId="{1903C980-8B7F-4495-8D94-CD282A85FB60}" srcOrd="5" destOrd="0" parTransId="{1670306C-2F3C-4A44-87E1-2CD40E558C2D}" sibTransId="{D88D810A-59E4-4CC7-88A7-2A10421AEE75}"/>
    <dgm:cxn modelId="{E8BC8421-66BA-414A-943F-A9A4EAC5FFF3}" type="presOf" srcId="{E7C44C52-4DFE-4721-8712-A5B483393457}" destId="{0CB90B7F-B697-4FB7-99EF-AF072AEC3B8F}" srcOrd="0" destOrd="0" presId="urn:microsoft.com/office/officeart/2016/7/layout/BasicLinearProcessNumbered"/>
    <dgm:cxn modelId="{D8AAA82D-063D-46F4-9A7F-C0EF7A6F4980}" type="presOf" srcId="{334F2CBA-141D-4867-AB13-82374BFC8B70}" destId="{15BFDDAE-E7E2-412F-B021-21A274B23050}" srcOrd="1" destOrd="0" presId="urn:microsoft.com/office/officeart/2016/7/layout/BasicLinearProcessNumbered"/>
    <dgm:cxn modelId="{8E7A4435-C7A5-433B-ACC5-B803EE5D4D29}" srcId="{A6E2D817-B6E7-485C-A8FB-35E050BF9C6D}" destId="{F41D4191-BBF9-4531-8BF5-CAB288C283D8}" srcOrd="4" destOrd="0" parTransId="{D169AB3F-21E5-4E57-BBBE-2DBB469CABA8}" sibTransId="{03D9FA85-F97F-47DD-9FB7-88A986216277}"/>
    <dgm:cxn modelId="{C73B6937-4C46-4EDF-980A-739D0E866B34}" type="presOf" srcId="{D88D810A-59E4-4CC7-88A7-2A10421AEE75}" destId="{4679ADD5-8028-460E-A87D-73708301BB73}" srcOrd="0" destOrd="0" presId="urn:microsoft.com/office/officeart/2016/7/layout/BasicLinearProcessNumbered"/>
    <dgm:cxn modelId="{CCA7AD3C-09C0-4EE4-BB2C-A09F3E1DDB03}" type="presOf" srcId="{F41D4191-BBF9-4531-8BF5-CAB288C283D8}" destId="{15D832B5-F352-4C23-9F4C-23D3928BFA60}" srcOrd="0" destOrd="0" presId="urn:microsoft.com/office/officeart/2016/7/layout/BasicLinearProcessNumbered"/>
    <dgm:cxn modelId="{6A1FD965-7186-4F0A-A8B9-9D5D3177B51A}" type="presOf" srcId="{1903C980-8B7F-4495-8D94-CD282A85FB60}" destId="{9D6A615C-DF60-434F-A8E5-4F01DEE77575}" srcOrd="1" destOrd="0" presId="urn:microsoft.com/office/officeart/2016/7/layout/BasicLinearProcessNumbered"/>
    <dgm:cxn modelId="{3EC7E769-296A-4BBA-9FB3-9693AA8ECF78}" srcId="{A6E2D817-B6E7-485C-A8FB-35E050BF9C6D}" destId="{7668FC95-6462-4542-8EAB-B333A04E39D5}" srcOrd="1" destOrd="0" parTransId="{4CD88EC4-07AE-419D-881F-228D22E0B37C}" sibTransId="{B1E72D65-F724-4BF3-BD79-BD44CECCA232}"/>
    <dgm:cxn modelId="{EC74DC6C-A63A-4432-A1B9-0F3A37B23A32}" type="presOf" srcId="{7668FC95-6462-4542-8EAB-B333A04E39D5}" destId="{6C599B61-7A5E-4EF7-86B6-7E39B383C69D}" srcOrd="1" destOrd="0" presId="urn:microsoft.com/office/officeart/2016/7/layout/BasicLinearProcessNumbered"/>
    <dgm:cxn modelId="{6A90CF74-AE2B-418D-83AC-3A436048BF64}" type="presOf" srcId="{7668FC95-6462-4542-8EAB-B333A04E39D5}" destId="{67A59A34-57B8-4D34-AA98-74F56C82770F}" srcOrd="0" destOrd="0" presId="urn:microsoft.com/office/officeart/2016/7/layout/BasicLinearProcessNumbered"/>
    <dgm:cxn modelId="{F7CF167F-D442-45AB-86F4-3FBEC160F4CD}" type="presOf" srcId="{334F2CBA-141D-4867-AB13-82374BFC8B70}" destId="{4140048F-F202-40B6-9BE6-1510B92C825D}" srcOrd="0" destOrd="0" presId="urn:microsoft.com/office/officeart/2016/7/layout/BasicLinearProcessNumbered"/>
    <dgm:cxn modelId="{8AE79586-2F07-449D-A39D-BCEAB1982DD9}" srcId="{A6E2D817-B6E7-485C-A8FB-35E050BF9C6D}" destId="{437DD479-967D-4C65-8002-8260D3877ADC}" srcOrd="0" destOrd="0" parTransId="{246A8D68-C74E-4E0F-A1B9-3C07C2A43B14}" sibTransId="{E7C44C52-4DFE-4721-8712-A5B483393457}"/>
    <dgm:cxn modelId="{90F018A0-92AB-469F-9629-21B895DAC507}" type="presOf" srcId="{8AFA43F0-BEB6-4038-B7E1-755CCAC77FD4}" destId="{AC14C7CF-8902-449A-B3C5-649C8BC65633}" srcOrd="1" destOrd="0" presId="urn:microsoft.com/office/officeart/2016/7/layout/BasicLinearProcessNumbered"/>
    <dgm:cxn modelId="{DB3422A9-8966-4B87-96E8-AC5DA9F6E812}" type="presOf" srcId="{F41D4191-BBF9-4531-8BF5-CAB288C283D8}" destId="{A953B38A-41A4-40FE-8F91-FD03EA20B5C3}" srcOrd="1" destOrd="0" presId="urn:microsoft.com/office/officeart/2016/7/layout/BasicLinearProcessNumbered"/>
    <dgm:cxn modelId="{1D0E3FAC-56FD-46FA-84E1-668214587AF6}" srcId="{A6E2D817-B6E7-485C-A8FB-35E050BF9C6D}" destId="{334F2CBA-141D-4867-AB13-82374BFC8B70}" srcOrd="2" destOrd="0" parTransId="{8AD1B2CC-A210-42B8-8540-CC1DEF859F78}" sibTransId="{89141FA9-B57D-423B-AAFE-D028D29A4BA1}"/>
    <dgm:cxn modelId="{5E52FEB4-37BF-409F-AF27-5EB8ABEE0819}" type="presOf" srcId="{437DD479-967D-4C65-8002-8260D3877ADC}" destId="{A836433C-FEF2-4278-8435-AB752A775F06}" srcOrd="1" destOrd="0" presId="urn:microsoft.com/office/officeart/2016/7/layout/BasicLinearProcessNumbered"/>
    <dgm:cxn modelId="{9A6FC8C9-D1B9-43AD-9ACD-84FCE98248B2}" type="presOf" srcId="{437DD479-967D-4C65-8002-8260D3877ADC}" destId="{84D59D90-5948-4E66-9EB1-D4FCCDBAF6D6}" srcOrd="0" destOrd="0" presId="urn:microsoft.com/office/officeart/2016/7/layout/BasicLinearProcessNumbered"/>
    <dgm:cxn modelId="{2DBE85CD-C31B-4F87-8342-162CFF68ABF1}" type="presOf" srcId="{8AFA43F0-BEB6-4038-B7E1-755CCAC77FD4}" destId="{0C2928A2-048E-4821-A0BF-FBAA6FDE5C01}" srcOrd="0" destOrd="0" presId="urn:microsoft.com/office/officeart/2016/7/layout/BasicLinearProcessNumbered"/>
    <dgm:cxn modelId="{8B11B9D0-850B-4F22-A476-8E1E0963CB16}" type="presOf" srcId="{89141FA9-B57D-423B-AAFE-D028D29A4BA1}" destId="{F089712C-B881-4B9F-B948-B17A9E10A254}" srcOrd="0" destOrd="0" presId="urn:microsoft.com/office/officeart/2016/7/layout/BasicLinearProcessNumbered"/>
    <dgm:cxn modelId="{A4E6C2C9-4B4C-4769-AB3C-4891C2A756D3}" type="presParOf" srcId="{60DEEF64-7ED7-4215-8906-54FB16EC7B9E}" destId="{6ECF39D7-BBAA-4C5B-B0B6-87F864B7E146}" srcOrd="0" destOrd="0" presId="urn:microsoft.com/office/officeart/2016/7/layout/BasicLinearProcessNumbered"/>
    <dgm:cxn modelId="{7B8B94DC-80B5-4308-B5E8-AED5A6874F40}" type="presParOf" srcId="{6ECF39D7-BBAA-4C5B-B0B6-87F864B7E146}" destId="{84D59D90-5948-4E66-9EB1-D4FCCDBAF6D6}" srcOrd="0" destOrd="0" presId="urn:microsoft.com/office/officeart/2016/7/layout/BasicLinearProcessNumbered"/>
    <dgm:cxn modelId="{F1223F37-2AA1-4205-926F-4BE0A53818E1}" type="presParOf" srcId="{6ECF39D7-BBAA-4C5B-B0B6-87F864B7E146}" destId="{0CB90B7F-B697-4FB7-99EF-AF072AEC3B8F}" srcOrd="1" destOrd="0" presId="urn:microsoft.com/office/officeart/2016/7/layout/BasicLinearProcessNumbered"/>
    <dgm:cxn modelId="{E11D6181-38B6-4790-914E-1E5330DF6EC5}" type="presParOf" srcId="{6ECF39D7-BBAA-4C5B-B0B6-87F864B7E146}" destId="{72DDF5AA-5171-4C43-8454-2F87514AE4DB}" srcOrd="2" destOrd="0" presId="urn:microsoft.com/office/officeart/2016/7/layout/BasicLinearProcessNumbered"/>
    <dgm:cxn modelId="{3BAE0690-0F2F-4323-874D-B578862DA7ED}" type="presParOf" srcId="{6ECF39D7-BBAA-4C5B-B0B6-87F864B7E146}" destId="{A836433C-FEF2-4278-8435-AB752A775F06}" srcOrd="3" destOrd="0" presId="urn:microsoft.com/office/officeart/2016/7/layout/BasicLinearProcessNumbered"/>
    <dgm:cxn modelId="{05B03888-9C3B-46B0-9A9A-8E58E2CA2057}" type="presParOf" srcId="{60DEEF64-7ED7-4215-8906-54FB16EC7B9E}" destId="{1B4491E3-4522-4B95-99D5-BB7B3B5BB81E}" srcOrd="1" destOrd="0" presId="urn:microsoft.com/office/officeart/2016/7/layout/BasicLinearProcessNumbered"/>
    <dgm:cxn modelId="{A12F3B35-4B17-4C74-8901-C2D37EAF626E}" type="presParOf" srcId="{60DEEF64-7ED7-4215-8906-54FB16EC7B9E}" destId="{7379E0EF-CF9B-4E76-A29B-0CF644144CB6}" srcOrd="2" destOrd="0" presId="urn:microsoft.com/office/officeart/2016/7/layout/BasicLinearProcessNumbered"/>
    <dgm:cxn modelId="{B245A94A-0D36-48F6-8C06-22EB23F000BF}" type="presParOf" srcId="{7379E0EF-CF9B-4E76-A29B-0CF644144CB6}" destId="{67A59A34-57B8-4D34-AA98-74F56C82770F}" srcOrd="0" destOrd="0" presId="urn:microsoft.com/office/officeart/2016/7/layout/BasicLinearProcessNumbered"/>
    <dgm:cxn modelId="{CE9DB615-0A98-4CD6-9799-79E8F7D3F426}" type="presParOf" srcId="{7379E0EF-CF9B-4E76-A29B-0CF644144CB6}" destId="{6D221E6B-4AB7-4FB4-9F3B-A41114485CDF}" srcOrd="1" destOrd="0" presId="urn:microsoft.com/office/officeart/2016/7/layout/BasicLinearProcessNumbered"/>
    <dgm:cxn modelId="{C84AB3E9-70B6-4162-A02F-267A6DAA90B9}" type="presParOf" srcId="{7379E0EF-CF9B-4E76-A29B-0CF644144CB6}" destId="{974BE492-5B8C-49F5-AB54-78C3CFE49ED4}" srcOrd="2" destOrd="0" presId="urn:microsoft.com/office/officeart/2016/7/layout/BasicLinearProcessNumbered"/>
    <dgm:cxn modelId="{8A6A1E02-0C5F-45D5-936D-082E99A4D5AD}" type="presParOf" srcId="{7379E0EF-CF9B-4E76-A29B-0CF644144CB6}" destId="{6C599B61-7A5E-4EF7-86B6-7E39B383C69D}" srcOrd="3" destOrd="0" presId="urn:microsoft.com/office/officeart/2016/7/layout/BasicLinearProcessNumbered"/>
    <dgm:cxn modelId="{6E0554B8-AF6E-4D13-8DB4-210353E18FF9}" type="presParOf" srcId="{60DEEF64-7ED7-4215-8906-54FB16EC7B9E}" destId="{B9922ABA-7C92-4C82-8F6C-2AC7A6E23709}" srcOrd="3" destOrd="0" presId="urn:microsoft.com/office/officeart/2016/7/layout/BasicLinearProcessNumbered"/>
    <dgm:cxn modelId="{7895477F-6964-4F31-B5B9-8DEDCE138A91}" type="presParOf" srcId="{60DEEF64-7ED7-4215-8906-54FB16EC7B9E}" destId="{BADAA169-8C95-4B5F-9748-6717D71E1104}" srcOrd="4" destOrd="0" presId="urn:microsoft.com/office/officeart/2016/7/layout/BasicLinearProcessNumbered"/>
    <dgm:cxn modelId="{E6F474DE-A441-4119-914C-F97E567726FA}" type="presParOf" srcId="{BADAA169-8C95-4B5F-9748-6717D71E1104}" destId="{4140048F-F202-40B6-9BE6-1510B92C825D}" srcOrd="0" destOrd="0" presId="urn:microsoft.com/office/officeart/2016/7/layout/BasicLinearProcessNumbered"/>
    <dgm:cxn modelId="{408216F7-E298-464F-85A3-4A8A9B8B013E}" type="presParOf" srcId="{BADAA169-8C95-4B5F-9748-6717D71E1104}" destId="{F089712C-B881-4B9F-B948-B17A9E10A254}" srcOrd="1" destOrd="0" presId="urn:microsoft.com/office/officeart/2016/7/layout/BasicLinearProcessNumbered"/>
    <dgm:cxn modelId="{681B9437-4B30-437D-96DC-E97C846E9E37}" type="presParOf" srcId="{BADAA169-8C95-4B5F-9748-6717D71E1104}" destId="{8F3D0282-30EF-4A6B-B67C-DD93954630F8}" srcOrd="2" destOrd="0" presId="urn:microsoft.com/office/officeart/2016/7/layout/BasicLinearProcessNumbered"/>
    <dgm:cxn modelId="{544774EB-0F32-41B7-A94C-AB5A85EC11CD}" type="presParOf" srcId="{BADAA169-8C95-4B5F-9748-6717D71E1104}" destId="{15BFDDAE-E7E2-412F-B021-21A274B23050}" srcOrd="3" destOrd="0" presId="urn:microsoft.com/office/officeart/2016/7/layout/BasicLinearProcessNumbered"/>
    <dgm:cxn modelId="{E140C71F-7431-4791-ADBB-C67821067ED2}" type="presParOf" srcId="{60DEEF64-7ED7-4215-8906-54FB16EC7B9E}" destId="{82665D1E-1D52-413B-A9AD-E77A728C4AF3}" srcOrd="5" destOrd="0" presId="urn:microsoft.com/office/officeart/2016/7/layout/BasicLinearProcessNumbered"/>
    <dgm:cxn modelId="{6ACE6FB6-2896-4EED-809F-D806F37D1B70}" type="presParOf" srcId="{60DEEF64-7ED7-4215-8906-54FB16EC7B9E}" destId="{3CD8DF7D-8333-437C-80D4-FF1B19F27EBC}" srcOrd="6" destOrd="0" presId="urn:microsoft.com/office/officeart/2016/7/layout/BasicLinearProcessNumbered"/>
    <dgm:cxn modelId="{FA466C62-F973-47ED-AE8A-8C86B66D2D8C}" type="presParOf" srcId="{3CD8DF7D-8333-437C-80D4-FF1B19F27EBC}" destId="{0C2928A2-048E-4821-A0BF-FBAA6FDE5C01}" srcOrd="0" destOrd="0" presId="urn:microsoft.com/office/officeart/2016/7/layout/BasicLinearProcessNumbered"/>
    <dgm:cxn modelId="{D9112282-E72A-466B-BF98-6D8648F0F0E4}" type="presParOf" srcId="{3CD8DF7D-8333-437C-80D4-FF1B19F27EBC}" destId="{71C35D17-84A6-4598-97E8-E9F600445B8F}" srcOrd="1" destOrd="0" presId="urn:microsoft.com/office/officeart/2016/7/layout/BasicLinearProcessNumbered"/>
    <dgm:cxn modelId="{4802C435-A481-4EC7-8B90-BCF64B16AC3D}" type="presParOf" srcId="{3CD8DF7D-8333-437C-80D4-FF1B19F27EBC}" destId="{85E39CEC-2684-450D-B8E7-9F36FC39BB8E}" srcOrd="2" destOrd="0" presId="urn:microsoft.com/office/officeart/2016/7/layout/BasicLinearProcessNumbered"/>
    <dgm:cxn modelId="{DD8C58CB-39AA-417D-92D0-4419FA6A7655}" type="presParOf" srcId="{3CD8DF7D-8333-437C-80D4-FF1B19F27EBC}" destId="{AC14C7CF-8902-449A-B3C5-649C8BC65633}" srcOrd="3" destOrd="0" presId="urn:microsoft.com/office/officeart/2016/7/layout/BasicLinearProcessNumbered"/>
    <dgm:cxn modelId="{65FB7C36-18B2-442A-8D39-E4B56EAB5A34}" type="presParOf" srcId="{60DEEF64-7ED7-4215-8906-54FB16EC7B9E}" destId="{7E3A0E0F-16CA-4964-B1FA-7D8A48606B05}" srcOrd="7" destOrd="0" presId="urn:microsoft.com/office/officeart/2016/7/layout/BasicLinearProcessNumbered"/>
    <dgm:cxn modelId="{8C98E649-C76F-41AD-8F1E-16318AB1645D}" type="presParOf" srcId="{60DEEF64-7ED7-4215-8906-54FB16EC7B9E}" destId="{2C2175DA-FA98-47DA-BFDE-6C8787A4BDA7}" srcOrd="8" destOrd="0" presId="urn:microsoft.com/office/officeart/2016/7/layout/BasicLinearProcessNumbered"/>
    <dgm:cxn modelId="{D9B425D2-D8C2-4BBF-871F-8F08499CE9F8}" type="presParOf" srcId="{2C2175DA-FA98-47DA-BFDE-6C8787A4BDA7}" destId="{15D832B5-F352-4C23-9F4C-23D3928BFA60}" srcOrd="0" destOrd="0" presId="urn:microsoft.com/office/officeart/2016/7/layout/BasicLinearProcessNumbered"/>
    <dgm:cxn modelId="{ED34B447-10EB-4754-9323-DEAFA9130F96}" type="presParOf" srcId="{2C2175DA-FA98-47DA-BFDE-6C8787A4BDA7}" destId="{9435859F-DA85-4958-B32D-A77972D04026}" srcOrd="1" destOrd="0" presId="urn:microsoft.com/office/officeart/2016/7/layout/BasicLinearProcessNumbered"/>
    <dgm:cxn modelId="{B0FF7859-6EE5-4F0C-90BD-3F3A1212DAD4}" type="presParOf" srcId="{2C2175DA-FA98-47DA-BFDE-6C8787A4BDA7}" destId="{28A7C6ED-A10C-46A9-AE90-EC9A5FB6AF1E}" srcOrd="2" destOrd="0" presId="urn:microsoft.com/office/officeart/2016/7/layout/BasicLinearProcessNumbered"/>
    <dgm:cxn modelId="{97A011E5-80BC-4BE9-AF1F-ABF58C20E57C}" type="presParOf" srcId="{2C2175DA-FA98-47DA-BFDE-6C8787A4BDA7}" destId="{A953B38A-41A4-40FE-8F91-FD03EA20B5C3}" srcOrd="3" destOrd="0" presId="urn:microsoft.com/office/officeart/2016/7/layout/BasicLinearProcessNumbered"/>
    <dgm:cxn modelId="{A2ABE4E8-609D-4A76-952B-3DB5A705F965}" type="presParOf" srcId="{60DEEF64-7ED7-4215-8906-54FB16EC7B9E}" destId="{AB04A965-379D-474A-B472-679AAA8077A1}" srcOrd="9" destOrd="0" presId="urn:microsoft.com/office/officeart/2016/7/layout/BasicLinearProcessNumbered"/>
    <dgm:cxn modelId="{41AAAE44-11D0-4C4C-8E03-CE0AB83EBF73}" type="presParOf" srcId="{60DEEF64-7ED7-4215-8906-54FB16EC7B9E}" destId="{1D5078B2-8AED-46DE-9DAD-3158D01260A2}" srcOrd="10" destOrd="0" presId="urn:microsoft.com/office/officeart/2016/7/layout/BasicLinearProcessNumbered"/>
    <dgm:cxn modelId="{70E119BB-D2B5-44C0-8937-A215740DD7BF}" type="presParOf" srcId="{1D5078B2-8AED-46DE-9DAD-3158D01260A2}" destId="{F0392D4C-F7FF-48B4-800F-3820F060A402}" srcOrd="0" destOrd="0" presId="urn:microsoft.com/office/officeart/2016/7/layout/BasicLinearProcessNumbered"/>
    <dgm:cxn modelId="{7D636BC2-9060-4910-A401-E90D384C5430}" type="presParOf" srcId="{1D5078B2-8AED-46DE-9DAD-3158D01260A2}" destId="{4679ADD5-8028-460E-A87D-73708301BB73}" srcOrd="1" destOrd="0" presId="urn:microsoft.com/office/officeart/2016/7/layout/BasicLinearProcessNumbered"/>
    <dgm:cxn modelId="{9425C56C-F32A-485A-8AAE-8030E77859C5}" type="presParOf" srcId="{1D5078B2-8AED-46DE-9DAD-3158D01260A2}" destId="{525D2208-D772-46BA-A64C-556BBD9C6A2B}" srcOrd="2" destOrd="0" presId="urn:microsoft.com/office/officeart/2016/7/layout/BasicLinearProcessNumbered"/>
    <dgm:cxn modelId="{720C42BE-B332-4006-BE7D-4C9FE394BD67}" type="presParOf" srcId="{1D5078B2-8AED-46DE-9DAD-3158D01260A2}" destId="{9D6A615C-DF60-434F-A8E5-4F01DEE7757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1F9CA4-D1BD-4355-BECE-E905441E772B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A976F6F-08E2-4142-91B9-A56D79B3DCC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From Reactive to Proactive Data Operations</a:t>
          </a:r>
          <a:endParaRPr lang="en-US" dirty="0"/>
        </a:p>
      </dgm:t>
    </dgm:pt>
    <dgm:pt modelId="{9D2FA898-EA40-49AC-A4DE-5E48395049E8}" type="parTrans" cxnId="{D73A6346-7693-4F9C-B02A-2AAD29595DF3}">
      <dgm:prSet/>
      <dgm:spPr/>
      <dgm:t>
        <a:bodyPr/>
        <a:lstStyle/>
        <a:p>
          <a:endParaRPr lang="en-US"/>
        </a:p>
      </dgm:t>
    </dgm:pt>
    <dgm:pt modelId="{2C0C1146-AF98-4624-B882-D65E53784D8E}" type="sibTrans" cxnId="{D73A6346-7693-4F9C-B02A-2AAD29595DF3}">
      <dgm:prSet/>
      <dgm:spPr/>
      <dgm:t>
        <a:bodyPr/>
        <a:lstStyle/>
        <a:p>
          <a:endParaRPr lang="en-US"/>
        </a:p>
      </dgm:t>
    </dgm:pt>
    <dgm:pt modelId="{BC078B2C-53F9-4FB2-B954-8D4B3255170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Traditional:</a:t>
          </a:r>
          <a:br>
            <a:rPr lang="en-IN" dirty="0"/>
          </a:br>
          <a:r>
            <a:rPr lang="en-IN" dirty="0"/>
            <a:t>Detect → Escalate → Investigate → Fix → Validate</a:t>
          </a:r>
          <a:endParaRPr lang="en-US" dirty="0"/>
        </a:p>
      </dgm:t>
    </dgm:pt>
    <dgm:pt modelId="{22D0C131-5483-4EA8-8048-C6067ADB7189}" type="parTrans" cxnId="{470EE781-0565-4BA0-8BB0-4457A665BE4C}">
      <dgm:prSet/>
      <dgm:spPr/>
      <dgm:t>
        <a:bodyPr/>
        <a:lstStyle/>
        <a:p>
          <a:endParaRPr lang="en-US"/>
        </a:p>
      </dgm:t>
    </dgm:pt>
    <dgm:pt modelId="{767D3F0F-509A-4EA6-9249-CB10062CC4AB}" type="sibTrans" cxnId="{470EE781-0565-4BA0-8BB0-4457A665BE4C}">
      <dgm:prSet/>
      <dgm:spPr/>
      <dgm:t>
        <a:bodyPr/>
        <a:lstStyle/>
        <a:p>
          <a:endParaRPr lang="en-US"/>
        </a:p>
      </dgm:t>
    </dgm:pt>
    <dgm:pt modelId="{87E947BA-8F07-4260-BF83-E8B3EDFC6A7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AI-Assisted:</a:t>
          </a:r>
          <a:br>
            <a:rPr lang="en-IN" dirty="0"/>
          </a:br>
          <a:r>
            <a:rPr lang="en-IN" b="0" dirty="0"/>
            <a:t>Monitor → Detect → Explain → Validate → Approve → Recover → Confirm</a:t>
          </a:r>
          <a:endParaRPr lang="en-US" b="0" dirty="0"/>
        </a:p>
      </dgm:t>
    </dgm:pt>
    <dgm:pt modelId="{ED6F55DE-C548-4392-B170-26E8F0D96D9C}" type="parTrans" cxnId="{AE273EF1-F770-4714-A8A7-5AB64C5D9309}">
      <dgm:prSet/>
      <dgm:spPr/>
      <dgm:t>
        <a:bodyPr/>
        <a:lstStyle/>
        <a:p>
          <a:endParaRPr lang="en-US"/>
        </a:p>
      </dgm:t>
    </dgm:pt>
    <dgm:pt modelId="{C3A6BB2E-C5A9-4C18-9AED-4E1010CAF96A}" type="sibTrans" cxnId="{AE273EF1-F770-4714-A8A7-5AB64C5D9309}">
      <dgm:prSet/>
      <dgm:spPr/>
      <dgm:t>
        <a:bodyPr/>
        <a:lstStyle/>
        <a:p>
          <a:endParaRPr lang="en-US"/>
        </a:p>
      </dgm:t>
    </dgm:pt>
    <dgm:pt modelId="{DE55C9A4-C6EA-4F4D-BC0F-14B3F7C3C2A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Key Message</a:t>
          </a:r>
        </a:p>
        <a:p>
          <a:pPr>
            <a:lnSpc>
              <a:spcPct val="100000"/>
            </a:lnSpc>
          </a:pPr>
          <a:r>
            <a:rPr lang="en-IN" b="1" dirty="0"/>
            <a:t>Transforming data operations from reactive technical support into proactive business self-service.</a:t>
          </a:r>
          <a:endParaRPr lang="en-US" dirty="0"/>
        </a:p>
      </dgm:t>
    </dgm:pt>
    <dgm:pt modelId="{8ED35593-08D5-46ED-BFA0-60138E6561AA}" type="parTrans" cxnId="{90CC640F-68B9-42A3-B60D-B1B107309B2B}">
      <dgm:prSet/>
      <dgm:spPr/>
      <dgm:t>
        <a:bodyPr/>
        <a:lstStyle/>
        <a:p>
          <a:endParaRPr lang="en-US"/>
        </a:p>
      </dgm:t>
    </dgm:pt>
    <dgm:pt modelId="{C590F009-E128-4568-B210-B16A3539977F}" type="sibTrans" cxnId="{90CC640F-68B9-42A3-B60D-B1B107309B2B}">
      <dgm:prSet/>
      <dgm:spPr/>
      <dgm:t>
        <a:bodyPr/>
        <a:lstStyle/>
        <a:p>
          <a:endParaRPr lang="en-US"/>
        </a:p>
      </dgm:t>
    </dgm:pt>
    <dgm:pt modelId="{C8387855-DF77-4B53-B0FF-CB2DDE917D1C}" type="pres">
      <dgm:prSet presAssocID="{041F9CA4-D1BD-4355-BECE-E905441E772B}" presName="root" presStyleCnt="0">
        <dgm:presLayoutVars>
          <dgm:dir/>
          <dgm:resizeHandles val="exact"/>
        </dgm:presLayoutVars>
      </dgm:prSet>
      <dgm:spPr/>
    </dgm:pt>
    <dgm:pt modelId="{AFDC786A-C0EF-4E5E-A5F0-E9DE28897924}" type="pres">
      <dgm:prSet presAssocID="{BA976F6F-08E2-4142-91B9-A56D79B3DCC5}" presName="compNode" presStyleCnt="0"/>
      <dgm:spPr/>
    </dgm:pt>
    <dgm:pt modelId="{3E26EF5C-3A1A-4275-B79D-34D7AC245427}" type="pres">
      <dgm:prSet presAssocID="{BA976F6F-08E2-4142-91B9-A56D79B3DCC5}" presName="bgRect" presStyleLbl="bgShp" presStyleIdx="0" presStyleCnt="4"/>
      <dgm:spPr/>
    </dgm:pt>
    <dgm:pt modelId="{6EC0B50A-E734-48B3-8992-55656C14F6EE}" type="pres">
      <dgm:prSet presAssocID="{BA976F6F-08E2-4142-91B9-A56D79B3DCC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58F3B2B-E25A-45AF-879F-78BD1ABCE185}" type="pres">
      <dgm:prSet presAssocID="{BA976F6F-08E2-4142-91B9-A56D79B3DCC5}" presName="spaceRect" presStyleCnt="0"/>
      <dgm:spPr/>
    </dgm:pt>
    <dgm:pt modelId="{6BA69108-B78B-4137-8AC6-ECE694FC358F}" type="pres">
      <dgm:prSet presAssocID="{BA976F6F-08E2-4142-91B9-A56D79B3DCC5}" presName="parTx" presStyleLbl="revTx" presStyleIdx="0" presStyleCnt="4">
        <dgm:presLayoutVars>
          <dgm:chMax val="0"/>
          <dgm:chPref val="0"/>
        </dgm:presLayoutVars>
      </dgm:prSet>
      <dgm:spPr/>
    </dgm:pt>
    <dgm:pt modelId="{5A541BC0-7FA0-4FA3-A2A1-24C1CB55148F}" type="pres">
      <dgm:prSet presAssocID="{2C0C1146-AF98-4624-B882-D65E53784D8E}" presName="sibTrans" presStyleCnt="0"/>
      <dgm:spPr/>
    </dgm:pt>
    <dgm:pt modelId="{9388B490-CA44-493C-834C-B23BF2238FF4}" type="pres">
      <dgm:prSet presAssocID="{BC078B2C-53F9-4FB2-B954-8D4B3255170B}" presName="compNode" presStyleCnt="0"/>
      <dgm:spPr/>
    </dgm:pt>
    <dgm:pt modelId="{79B3C592-0791-429A-95EE-86B4F8A38730}" type="pres">
      <dgm:prSet presAssocID="{BC078B2C-53F9-4FB2-B954-8D4B3255170B}" presName="bgRect" presStyleLbl="bgShp" presStyleIdx="1" presStyleCnt="4"/>
      <dgm:spPr/>
    </dgm:pt>
    <dgm:pt modelId="{0968FC7C-07DE-4040-A8EA-7918C63B5545}" type="pres">
      <dgm:prSet presAssocID="{BC078B2C-53F9-4FB2-B954-8D4B3255170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4E22F8A-471B-4280-BA2B-CFE05E6FE199}" type="pres">
      <dgm:prSet presAssocID="{BC078B2C-53F9-4FB2-B954-8D4B3255170B}" presName="spaceRect" presStyleCnt="0"/>
      <dgm:spPr/>
    </dgm:pt>
    <dgm:pt modelId="{873A4BD9-CFA3-43AD-A347-0D103EDBCD60}" type="pres">
      <dgm:prSet presAssocID="{BC078B2C-53F9-4FB2-B954-8D4B3255170B}" presName="parTx" presStyleLbl="revTx" presStyleIdx="1" presStyleCnt="4">
        <dgm:presLayoutVars>
          <dgm:chMax val="0"/>
          <dgm:chPref val="0"/>
        </dgm:presLayoutVars>
      </dgm:prSet>
      <dgm:spPr/>
    </dgm:pt>
    <dgm:pt modelId="{757F5C92-00A5-45F7-A79E-906BC66965DA}" type="pres">
      <dgm:prSet presAssocID="{767D3F0F-509A-4EA6-9249-CB10062CC4AB}" presName="sibTrans" presStyleCnt="0"/>
      <dgm:spPr/>
    </dgm:pt>
    <dgm:pt modelId="{F62A0062-4533-43D8-A21F-044C3184B23E}" type="pres">
      <dgm:prSet presAssocID="{87E947BA-8F07-4260-BF83-E8B3EDFC6A7F}" presName="compNode" presStyleCnt="0"/>
      <dgm:spPr/>
    </dgm:pt>
    <dgm:pt modelId="{0F710FD4-CD27-40EC-A72D-E7AAB784EC1D}" type="pres">
      <dgm:prSet presAssocID="{87E947BA-8F07-4260-BF83-E8B3EDFC6A7F}" presName="bgRect" presStyleLbl="bgShp" presStyleIdx="2" presStyleCnt="4"/>
      <dgm:spPr/>
    </dgm:pt>
    <dgm:pt modelId="{99CA95C3-9D44-47D6-9789-D5E551541689}" type="pres">
      <dgm:prSet presAssocID="{87E947BA-8F07-4260-BF83-E8B3EDFC6A7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F480F84-E8F0-4FE3-83F3-B44DC5351D49}" type="pres">
      <dgm:prSet presAssocID="{87E947BA-8F07-4260-BF83-E8B3EDFC6A7F}" presName="spaceRect" presStyleCnt="0"/>
      <dgm:spPr/>
    </dgm:pt>
    <dgm:pt modelId="{410D6C2F-6AA8-4A6E-8E81-E1597773DE8D}" type="pres">
      <dgm:prSet presAssocID="{87E947BA-8F07-4260-BF83-E8B3EDFC6A7F}" presName="parTx" presStyleLbl="revTx" presStyleIdx="2" presStyleCnt="4">
        <dgm:presLayoutVars>
          <dgm:chMax val="0"/>
          <dgm:chPref val="0"/>
        </dgm:presLayoutVars>
      </dgm:prSet>
      <dgm:spPr/>
    </dgm:pt>
    <dgm:pt modelId="{0746ABEE-C4BA-410F-9366-5452A8253651}" type="pres">
      <dgm:prSet presAssocID="{C3A6BB2E-C5A9-4C18-9AED-4E1010CAF96A}" presName="sibTrans" presStyleCnt="0"/>
      <dgm:spPr/>
    </dgm:pt>
    <dgm:pt modelId="{0B6EE306-EB6E-459E-A0C6-096B69011E8A}" type="pres">
      <dgm:prSet presAssocID="{DE55C9A4-C6EA-4F4D-BC0F-14B3F7C3C2A4}" presName="compNode" presStyleCnt="0"/>
      <dgm:spPr/>
    </dgm:pt>
    <dgm:pt modelId="{647E58B8-90A9-405B-BD06-D4DF200C7F76}" type="pres">
      <dgm:prSet presAssocID="{DE55C9A4-C6EA-4F4D-BC0F-14B3F7C3C2A4}" presName="bgRect" presStyleLbl="bgShp" presStyleIdx="3" presStyleCnt="4"/>
      <dgm:spPr/>
    </dgm:pt>
    <dgm:pt modelId="{D638647B-C5E7-44AC-ABD4-123C20162231}" type="pres">
      <dgm:prSet presAssocID="{DE55C9A4-C6EA-4F4D-BC0F-14B3F7C3C2A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655F694-6FB3-4840-8219-7643671E7FBE}" type="pres">
      <dgm:prSet presAssocID="{DE55C9A4-C6EA-4F4D-BC0F-14B3F7C3C2A4}" presName="spaceRect" presStyleCnt="0"/>
      <dgm:spPr/>
    </dgm:pt>
    <dgm:pt modelId="{3DA473BF-6FB9-421C-8863-C16D1CABD8FB}" type="pres">
      <dgm:prSet presAssocID="{DE55C9A4-C6EA-4F4D-BC0F-14B3F7C3C2A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0CC640F-68B9-42A3-B60D-B1B107309B2B}" srcId="{041F9CA4-D1BD-4355-BECE-E905441E772B}" destId="{DE55C9A4-C6EA-4F4D-BC0F-14B3F7C3C2A4}" srcOrd="3" destOrd="0" parTransId="{8ED35593-08D5-46ED-BFA0-60138E6561AA}" sibTransId="{C590F009-E128-4568-B210-B16A3539977F}"/>
    <dgm:cxn modelId="{564DAE1E-BC6F-434E-B82C-702C16DF3EF8}" type="presOf" srcId="{87E947BA-8F07-4260-BF83-E8B3EDFC6A7F}" destId="{410D6C2F-6AA8-4A6E-8E81-E1597773DE8D}" srcOrd="0" destOrd="0" presId="urn:microsoft.com/office/officeart/2018/2/layout/IconVerticalSolidList"/>
    <dgm:cxn modelId="{D73A6346-7693-4F9C-B02A-2AAD29595DF3}" srcId="{041F9CA4-D1BD-4355-BECE-E905441E772B}" destId="{BA976F6F-08E2-4142-91B9-A56D79B3DCC5}" srcOrd="0" destOrd="0" parTransId="{9D2FA898-EA40-49AC-A4DE-5E48395049E8}" sibTransId="{2C0C1146-AF98-4624-B882-D65E53784D8E}"/>
    <dgm:cxn modelId="{470EE781-0565-4BA0-8BB0-4457A665BE4C}" srcId="{041F9CA4-D1BD-4355-BECE-E905441E772B}" destId="{BC078B2C-53F9-4FB2-B954-8D4B3255170B}" srcOrd="1" destOrd="0" parTransId="{22D0C131-5483-4EA8-8048-C6067ADB7189}" sibTransId="{767D3F0F-509A-4EA6-9249-CB10062CC4AB}"/>
    <dgm:cxn modelId="{E6647BB4-ADFB-49C6-999C-5B7E286E7226}" type="presOf" srcId="{DE55C9A4-C6EA-4F4D-BC0F-14B3F7C3C2A4}" destId="{3DA473BF-6FB9-421C-8863-C16D1CABD8FB}" srcOrd="0" destOrd="0" presId="urn:microsoft.com/office/officeart/2018/2/layout/IconVerticalSolidList"/>
    <dgm:cxn modelId="{FC4BD2B8-E29E-4C59-A045-20B623385941}" type="presOf" srcId="{BA976F6F-08E2-4142-91B9-A56D79B3DCC5}" destId="{6BA69108-B78B-4137-8AC6-ECE694FC358F}" srcOrd="0" destOrd="0" presId="urn:microsoft.com/office/officeart/2018/2/layout/IconVerticalSolidList"/>
    <dgm:cxn modelId="{EB0457BE-3198-4382-B95A-8FE799C98DC7}" type="presOf" srcId="{041F9CA4-D1BD-4355-BECE-E905441E772B}" destId="{C8387855-DF77-4B53-B0FF-CB2DDE917D1C}" srcOrd="0" destOrd="0" presId="urn:microsoft.com/office/officeart/2018/2/layout/IconVerticalSolidList"/>
    <dgm:cxn modelId="{855F94D0-5A6D-4F75-925E-16ED680B92E3}" type="presOf" srcId="{BC078B2C-53F9-4FB2-B954-8D4B3255170B}" destId="{873A4BD9-CFA3-43AD-A347-0D103EDBCD60}" srcOrd="0" destOrd="0" presId="urn:microsoft.com/office/officeart/2018/2/layout/IconVerticalSolidList"/>
    <dgm:cxn modelId="{AE273EF1-F770-4714-A8A7-5AB64C5D9309}" srcId="{041F9CA4-D1BD-4355-BECE-E905441E772B}" destId="{87E947BA-8F07-4260-BF83-E8B3EDFC6A7F}" srcOrd="2" destOrd="0" parTransId="{ED6F55DE-C548-4392-B170-26E8F0D96D9C}" sibTransId="{C3A6BB2E-C5A9-4C18-9AED-4E1010CAF96A}"/>
    <dgm:cxn modelId="{71050944-7CD0-4F5C-8E69-7573EB9145B0}" type="presParOf" srcId="{C8387855-DF77-4B53-B0FF-CB2DDE917D1C}" destId="{AFDC786A-C0EF-4E5E-A5F0-E9DE28897924}" srcOrd="0" destOrd="0" presId="urn:microsoft.com/office/officeart/2018/2/layout/IconVerticalSolidList"/>
    <dgm:cxn modelId="{A17D1464-03FB-4810-9405-DF6D92AA8099}" type="presParOf" srcId="{AFDC786A-C0EF-4E5E-A5F0-E9DE28897924}" destId="{3E26EF5C-3A1A-4275-B79D-34D7AC245427}" srcOrd="0" destOrd="0" presId="urn:microsoft.com/office/officeart/2018/2/layout/IconVerticalSolidList"/>
    <dgm:cxn modelId="{5AD01559-846B-47D4-9AF6-BC6B138CC0E2}" type="presParOf" srcId="{AFDC786A-C0EF-4E5E-A5F0-E9DE28897924}" destId="{6EC0B50A-E734-48B3-8992-55656C14F6EE}" srcOrd="1" destOrd="0" presId="urn:microsoft.com/office/officeart/2018/2/layout/IconVerticalSolidList"/>
    <dgm:cxn modelId="{412234F8-AD0D-4C50-8ADC-FC7AF76D2B36}" type="presParOf" srcId="{AFDC786A-C0EF-4E5E-A5F0-E9DE28897924}" destId="{258F3B2B-E25A-45AF-879F-78BD1ABCE185}" srcOrd="2" destOrd="0" presId="urn:microsoft.com/office/officeart/2018/2/layout/IconVerticalSolidList"/>
    <dgm:cxn modelId="{0F4DBA24-F9D7-4353-BF74-6B0A1E492DB4}" type="presParOf" srcId="{AFDC786A-C0EF-4E5E-A5F0-E9DE28897924}" destId="{6BA69108-B78B-4137-8AC6-ECE694FC358F}" srcOrd="3" destOrd="0" presId="urn:microsoft.com/office/officeart/2018/2/layout/IconVerticalSolidList"/>
    <dgm:cxn modelId="{80CD2090-319C-4603-A49D-A63D6E80088F}" type="presParOf" srcId="{C8387855-DF77-4B53-B0FF-CB2DDE917D1C}" destId="{5A541BC0-7FA0-4FA3-A2A1-24C1CB55148F}" srcOrd="1" destOrd="0" presId="urn:microsoft.com/office/officeart/2018/2/layout/IconVerticalSolidList"/>
    <dgm:cxn modelId="{BBB38063-26EF-4CD4-9CFD-A7090E039D8F}" type="presParOf" srcId="{C8387855-DF77-4B53-B0FF-CB2DDE917D1C}" destId="{9388B490-CA44-493C-834C-B23BF2238FF4}" srcOrd="2" destOrd="0" presId="urn:microsoft.com/office/officeart/2018/2/layout/IconVerticalSolidList"/>
    <dgm:cxn modelId="{FBFEB033-A092-4638-B674-8B560A7552BE}" type="presParOf" srcId="{9388B490-CA44-493C-834C-B23BF2238FF4}" destId="{79B3C592-0791-429A-95EE-86B4F8A38730}" srcOrd="0" destOrd="0" presId="urn:microsoft.com/office/officeart/2018/2/layout/IconVerticalSolidList"/>
    <dgm:cxn modelId="{AE75D3EC-0643-4C28-AFF6-CA371C7AD353}" type="presParOf" srcId="{9388B490-CA44-493C-834C-B23BF2238FF4}" destId="{0968FC7C-07DE-4040-A8EA-7918C63B5545}" srcOrd="1" destOrd="0" presId="urn:microsoft.com/office/officeart/2018/2/layout/IconVerticalSolidList"/>
    <dgm:cxn modelId="{30F2A9D3-D344-4D92-9893-B82A2237CB80}" type="presParOf" srcId="{9388B490-CA44-493C-834C-B23BF2238FF4}" destId="{64E22F8A-471B-4280-BA2B-CFE05E6FE199}" srcOrd="2" destOrd="0" presId="urn:microsoft.com/office/officeart/2018/2/layout/IconVerticalSolidList"/>
    <dgm:cxn modelId="{0E28BD10-FAA9-4940-B7D3-C6349B1B4C82}" type="presParOf" srcId="{9388B490-CA44-493C-834C-B23BF2238FF4}" destId="{873A4BD9-CFA3-43AD-A347-0D103EDBCD60}" srcOrd="3" destOrd="0" presId="urn:microsoft.com/office/officeart/2018/2/layout/IconVerticalSolidList"/>
    <dgm:cxn modelId="{87868D14-D4D8-4251-9337-7C8F0C660F5E}" type="presParOf" srcId="{C8387855-DF77-4B53-B0FF-CB2DDE917D1C}" destId="{757F5C92-00A5-45F7-A79E-906BC66965DA}" srcOrd="3" destOrd="0" presId="urn:microsoft.com/office/officeart/2018/2/layout/IconVerticalSolidList"/>
    <dgm:cxn modelId="{FF6CD534-8761-4C16-B6CD-8C258B4C3212}" type="presParOf" srcId="{C8387855-DF77-4B53-B0FF-CB2DDE917D1C}" destId="{F62A0062-4533-43D8-A21F-044C3184B23E}" srcOrd="4" destOrd="0" presId="urn:microsoft.com/office/officeart/2018/2/layout/IconVerticalSolidList"/>
    <dgm:cxn modelId="{D8461414-B18B-4508-908A-086A270A6D7F}" type="presParOf" srcId="{F62A0062-4533-43D8-A21F-044C3184B23E}" destId="{0F710FD4-CD27-40EC-A72D-E7AAB784EC1D}" srcOrd="0" destOrd="0" presId="urn:microsoft.com/office/officeart/2018/2/layout/IconVerticalSolidList"/>
    <dgm:cxn modelId="{E84319E4-A3BE-4D06-9D5C-D3418F23170A}" type="presParOf" srcId="{F62A0062-4533-43D8-A21F-044C3184B23E}" destId="{99CA95C3-9D44-47D6-9789-D5E551541689}" srcOrd="1" destOrd="0" presId="urn:microsoft.com/office/officeart/2018/2/layout/IconVerticalSolidList"/>
    <dgm:cxn modelId="{E1B8F2D5-D306-4F6B-9960-B5AFD713ADA6}" type="presParOf" srcId="{F62A0062-4533-43D8-A21F-044C3184B23E}" destId="{1F480F84-E8F0-4FE3-83F3-B44DC5351D49}" srcOrd="2" destOrd="0" presId="urn:microsoft.com/office/officeart/2018/2/layout/IconVerticalSolidList"/>
    <dgm:cxn modelId="{FEF826F6-BDDF-448F-8694-9CED35BFB17A}" type="presParOf" srcId="{F62A0062-4533-43D8-A21F-044C3184B23E}" destId="{410D6C2F-6AA8-4A6E-8E81-E1597773DE8D}" srcOrd="3" destOrd="0" presId="urn:microsoft.com/office/officeart/2018/2/layout/IconVerticalSolidList"/>
    <dgm:cxn modelId="{F2C507B1-F9ED-4C2C-81D6-0735A4357F4B}" type="presParOf" srcId="{C8387855-DF77-4B53-B0FF-CB2DDE917D1C}" destId="{0746ABEE-C4BA-410F-9366-5452A8253651}" srcOrd="5" destOrd="0" presId="urn:microsoft.com/office/officeart/2018/2/layout/IconVerticalSolidList"/>
    <dgm:cxn modelId="{846C8885-54E9-4011-9D62-54E8E207A792}" type="presParOf" srcId="{C8387855-DF77-4B53-B0FF-CB2DDE917D1C}" destId="{0B6EE306-EB6E-459E-A0C6-096B69011E8A}" srcOrd="6" destOrd="0" presId="urn:microsoft.com/office/officeart/2018/2/layout/IconVerticalSolidList"/>
    <dgm:cxn modelId="{A3586EB2-B31C-4AA0-B7BC-46CD131A8628}" type="presParOf" srcId="{0B6EE306-EB6E-459E-A0C6-096B69011E8A}" destId="{647E58B8-90A9-405B-BD06-D4DF200C7F76}" srcOrd="0" destOrd="0" presId="urn:microsoft.com/office/officeart/2018/2/layout/IconVerticalSolidList"/>
    <dgm:cxn modelId="{C32463F2-22C5-4DC1-A209-08B79C1BEF5D}" type="presParOf" srcId="{0B6EE306-EB6E-459E-A0C6-096B69011E8A}" destId="{D638647B-C5E7-44AC-ABD4-123C20162231}" srcOrd="1" destOrd="0" presId="urn:microsoft.com/office/officeart/2018/2/layout/IconVerticalSolidList"/>
    <dgm:cxn modelId="{61177FAB-285C-48A4-8AE8-CF873C697314}" type="presParOf" srcId="{0B6EE306-EB6E-459E-A0C6-096B69011E8A}" destId="{B655F694-6FB3-4840-8219-7643671E7FBE}" srcOrd="2" destOrd="0" presId="urn:microsoft.com/office/officeart/2018/2/layout/IconVerticalSolidList"/>
    <dgm:cxn modelId="{C16A45BF-13CB-46B0-93E1-656C2F8633C3}" type="presParOf" srcId="{0B6EE306-EB6E-459E-A0C6-096B69011E8A}" destId="{3DA473BF-6FB9-421C-8863-C16D1CABD8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1F9CA4-D1BD-4355-BECE-E905441E772B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A976F6F-08E2-4142-91B9-A56D79B3DCC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When Critical Sales Data Fails</a:t>
          </a:r>
          <a:endParaRPr lang="en-US"/>
        </a:p>
      </dgm:t>
    </dgm:pt>
    <dgm:pt modelId="{9D2FA898-EA40-49AC-A4DE-5E48395049E8}" type="parTrans" cxnId="{D73A6346-7693-4F9C-B02A-2AAD29595DF3}">
      <dgm:prSet/>
      <dgm:spPr/>
      <dgm:t>
        <a:bodyPr/>
        <a:lstStyle/>
        <a:p>
          <a:endParaRPr lang="en-US"/>
        </a:p>
      </dgm:t>
    </dgm:pt>
    <dgm:pt modelId="{2C0C1146-AF98-4624-B882-D65E53784D8E}" type="sibTrans" cxnId="{D73A6346-7693-4F9C-B02A-2AAD29595DF3}">
      <dgm:prSet/>
      <dgm:spPr/>
      <dgm:t>
        <a:bodyPr/>
        <a:lstStyle/>
        <a:p>
          <a:endParaRPr lang="en-US"/>
        </a:p>
      </dgm:t>
    </dgm:pt>
    <dgm:pt modelId="{BC078B2C-53F9-4FB2-B954-8D4B3255170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Before:</a:t>
          </a:r>
          <a:br>
            <a:rPr lang="en-IN" dirty="0"/>
          </a:br>
          <a:r>
            <a:rPr lang="en-IN" dirty="0"/>
            <a:t>Failure → Business discovers issue → Engineering investigation → Manual rerun → Manual validation</a:t>
          </a:r>
          <a:endParaRPr lang="en-US" dirty="0"/>
        </a:p>
      </dgm:t>
    </dgm:pt>
    <dgm:pt modelId="{22D0C131-5483-4EA8-8048-C6067ADB7189}" type="parTrans" cxnId="{470EE781-0565-4BA0-8BB0-4457A665BE4C}">
      <dgm:prSet/>
      <dgm:spPr/>
      <dgm:t>
        <a:bodyPr/>
        <a:lstStyle/>
        <a:p>
          <a:endParaRPr lang="en-US"/>
        </a:p>
      </dgm:t>
    </dgm:pt>
    <dgm:pt modelId="{767D3F0F-509A-4EA6-9249-CB10062CC4AB}" type="sibTrans" cxnId="{470EE781-0565-4BA0-8BB0-4457A665BE4C}">
      <dgm:prSet/>
      <dgm:spPr/>
      <dgm:t>
        <a:bodyPr/>
        <a:lstStyle/>
        <a:p>
          <a:endParaRPr lang="en-US"/>
        </a:p>
      </dgm:t>
    </dgm:pt>
    <dgm:pt modelId="{87E947BA-8F07-4260-BF83-E8B3EDFC6A7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With AI Assistant:</a:t>
          </a:r>
          <a:br>
            <a:rPr lang="en-IN"/>
          </a:br>
          <a:r>
            <a:rPr lang="en-IN"/>
            <a:t>Failure detected → Issue explained → DQ &amp; SLA validated → Business approval → Recovery → Final validation</a:t>
          </a:r>
          <a:endParaRPr lang="en-US"/>
        </a:p>
      </dgm:t>
    </dgm:pt>
    <dgm:pt modelId="{ED6F55DE-C548-4392-B170-26E8F0D96D9C}" type="parTrans" cxnId="{AE273EF1-F770-4714-A8A7-5AB64C5D9309}">
      <dgm:prSet/>
      <dgm:spPr/>
      <dgm:t>
        <a:bodyPr/>
        <a:lstStyle/>
        <a:p>
          <a:endParaRPr lang="en-US"/>
        </a:p>
      </dgm:t>
    </dgm:pt>
    <dgm:pt modelId="{C3A6BB2E-C5A9-4C18-9AED-4E1010CAF96A}" type="sibTrans" cxnId="{AE273EF1-F770-4714-A8A7-5AB64C5D9309}">
      <dgm:prSet/>
      <dgm:spPr/>
      <dgm:t>
        <a:bodyPr/>
        <a:lstStyle/>
        <a:p>
          <a:endParaRPr lang="en-US"/>
        </a:p>
      </dgm:t>
    </dgm:pt>
    <dgm:pt modelId="{DE55C9A4-C6EA-4F4D-BC0F-14B3F7C3C2A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Result:</a:t>
          </a:r>
          <a:br>
            <a:rPr lang="en-IN"/>
          </a:br>
          <a:r>
            <a:rPr lang="en-IN" b="1"/>
            <a:t>Faster response + Reduced manual effort + Greater confidence in data</a:t>
          </a:r>
          <a:endParaRPr lang="en-US"/>
        </a:p>
      </dgm:t>
    </dgm:pt>
    <dgm:pt modelId="{8ED35593-08D5-46ED-BFA0-60138E6561AA}" type="parTrans" cxnId="{90CC640F-68B9-42A3-B60D-B1B107309B2B}">
      <dgm:prSet/>
      <dgm:spPr/>
      <dgm:t>
        <a:bodyPr/>
        <a:lstStyle/>
        <a:p>
          <a:endParaRPr lang="en-US"/>
        </a:p>
      </dgm:t>
    </dgm:pt>
    <dgm:pt modelId="{C590F009-E128-4568-B210-B16A3539977F}" type="sibTrans" cxnId="{90CC640F-68B9-42A3-B60D-B1B107309B2B}">
      <dgm:prSet/>
      <dgm:spPr/>
      <dgm:t>
        <a:bodyPr/>
        <a:lstStyle/>
        <a:p>
          <a:endParaRPr lang="en-US"/>
        </a:p>
      </dgm:t>
    </dgm:pt>
    <dgm:pt modelId="{C8387855-DF77-4B53-B0FF-CB2DDE917D1C}" type="pres">
      <dgm:prSet presAssocID="{041F9CA4-D1BD-4355-BECE-E905441E772B}" presName="root" presStyleCnt="0">
        <dgm:presLayoutVars>
          <dgm:dir/>
          <dgm:resizeHandles val="exact"/>
        </dgm:presLayoutVars>
      </dgm:prSet>
      <dgm:spPr/>
    </dgm:pt>
    <dgm:pt modelId="{AFDC786A-C0EF-4E5E-A5F0-E9DE28897924}" type="pres">
      <dgm:prSet presAssocID="{BA976F6F-08E2-4142-91B9-A56D79B3DCC5}" presName="compNode" presStyleCnt="0"/>
      <dgm:spPr/>
    </dgm:pt>
    <dgm:pt modelId="{3E26EF5C-3A1A-4275-B79D-34D7AC245427}" type="pres">
      <dgm:prSet presAssocID="{BA976F6F-08E2-4142-91B9-A56D79B3DCC5}" presName="bgRect" presStyleLbl="bgShp" presStyleIdx="0" presStyleCnt="4"/>
      <dgm:spPr/>
    </dgm:pt>
    <dgm:pt modelId="{6EC0B50A-E734-48B3-8992-55656C14F6EE}" type="pres">
      <dgm:prSet presAssocID="{BA976F6F-08E2-4142-91B9-A56D79B3DCC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58F3B2B-E25A-45AF-879F-78BD1ABCE185}" type="pres">
      <dgm:prSet presAssocID="{BA976F6F-08E2-4142-91B9-A56D79B3DCC5}" presName="spaceRect" presStyleCnt="0"/>
      <dgm:spPr/>
    </dgm:pt>
    <dgm:pt modelId="{6BA69108-B78B-4137-8AC6-ECE694FC358F}" type="pres">
      <dgm:prSet presAssocID="{BA976F6F-08E2-4142-91B9-A56D79B3DCC5}" presName="parTx" presStyleLbl="revTx" presStyleIdx="0" presStyleCnt="4">
        <dgm:presLayoutVars>
          <dgm:chMax val="0"/>
          <dgm:chPref val="0"/>
        </dgm:presLayoutVars>
      </dgm:prSet>
      <dgm:spPr/>
    </dgm:pt>
    <dgm:pt modelId="{5A541BC0-7FA0-4FA3-A2A1-24C1CB55148F}" type="pres">
      <dgm:prSet presAssocID="{2C0C1146-AF98-4624-B882-D65E53784D8E}" presName="sibTrans" presStyleCnt="0"/>
      <dgm:spPr/>
    </dgm:pt>
    <dgm:pt modelId="{9388B490-CA44-493C-834C-B23BF2238FF4}" type="pres">
      <dgm:prSet presAssocID="{BC078B2C-53F9-4FB2-B954-8D4B3255170B}" presName="compNode" presStyleCnt="0"/>
      <dgm:spPr/>
    </dgm:pt>
    <dgm:pt modelId="{79B3C592-0791-429A-95EE-86B4F8A38730}" type="pres">
      <dgm:prSet presAssocID="{BC078B2C-53F9-4FB2-B954-8D4B3255170B}" presName="bgRect" presStyleLbl="bgShp" presStyleIdx="1" presStyleCnt="4"/>
      <dgm:spPr/>
    </dgm:pt>
    <dgm:pt modelId="{0968FC7C-07DE-4040-A8EA-7918C63B5545}" type="pres">
      <dgm:prSet presAssocID="{BC078B2C-53F9-4FB2-B954-8D4B3255170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4E22F8A-471B-4280-BA2B-CFE05E6FE199}" type="pres">
      <dgm:prSet presAssocID="{BC078B2C-53F9-4FB2-B954-8D4B3255170B}" presName="spaceRect" presStyleCnt="0"/>
      <dgm:spPr/>
    </dgm:pt>
    <dgm:pt modelId="{873A4BD9-CFA3-43AD-A347-0D103EDBCD60}" type="pres">
      <dgm:prSet presAssocID="{BC078B2C-53F9-4FB2-B954-8D4B3255170B}" presName="parTx" presStyleLbl="revTx" presStyleIdx="1" presStyleCnt="4">
        <dgm:presLayoutVars>
          <dgm:chMax val="0"/>
          <dgm:chPref val="0"/>
        </dgm:presLayoutVars>
      </dgm:prSet>
      <dgm:spPr/>
    </dgm:pt>
    <dgm:pt modelId="{757F5C92-00A5-45F7-A79E-906BC66965DA}" type="pres">
      <dgm:prSet presAssocID="{767D3F0F-509A-4EA6-9249-CB10062CC4AB}" presName="sibTrans" presStyleCnt="0"/>
      <dgm:spPr/>
    </dgm:pt>
    <dgm:pt modelId="{F62A0062-4533-43D8-A21F-044C3184B23E}" type="pres">
      <dgm:prSet presAssocID="{87E947BA-8F07-4260-BF83-E8B3EDFC6A7F}" presName="compNode" presStyleCnt="0"/>
      <dgm:spPr/>
    </dgm:pt>
    <dgm:pt modelId="{0F710FD4-CD27-40EC-A72D-E7AAB784EC1D}" type="pres">
      <dgm:prSet presAssocID="{87E947BA-8F07-4260-BF83-E8B3EDFC6A7F}" presName="bgRect" presStyleLbl="bgShp" presStyleIdx="2" presStyleCnt="4"/>
      <dgm:spPr/>
    </dgm:pt>
    <dgm:pt modelId="{99CA95C3-9D44-47D6-9789-D5E551541689}" type="pres">
      <dgm:prSet presAssocID="{87E947BA-8F07-4260-BF83-E8B3EDFC6A7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F480F84-E8F0-4FE3-83F3-B44DC5351D49}" type="pres">
      <dgm:prSet presAssocID="{87E947BA-8F07-4260-BF83-E8B3EDFC6A7F}" presName="spaceRect" presStyleCnt="0"/>
      <dgm:spPr/>
    </dgm:pt>
    <dgm:pt modelId="{410D6C2F-6AA8-4A6E-8E81-E1597773DE8D}" type="pres">
      <dgm:prSet presAssocID="{87E947BA-8F07-4260-BF83-E8B3EDFC6A7F}" presName="parTx" presStyleLbl="revTx" presStyleIdx="2" presStyleCnt="4">
        <dgm:presLayoutVars>
          <dgm:chMax val="0"/>
          <dgm:chPref val="0"/>
        </dgm:presLayoutVars>
      </dgm:prSet>
      <dgm:spPr/>
    </dgm:pt>
    <dgm:pt modelId="{0746ABEE-C4BA-410F-9366-5452A8253651}" type="pres">
      <dgm:prSet presAssocID="{C3A6BB2E-C5A9-4C18-9AED-4E1010CAF96A}" presName="sibTrans" presStyleCnt="0"/>
      <dgm:spPr/>
    </dgm:pt>
    <dgm:pt modelId="{0B6EE306-EB6E-459E-A0C6-096B69011E8A}" type="pres">
      <dgm:prSet presAssocID="{DE55C9A4-C6EA-4F4D-BC0F-14B3F7C3C2A4}" presName="compNode" presStyleCnt="0"/>
      <dgm:spPr/>
    </dgm:pt>
    <dgm:pt modelId="{647E58B8-90A9-405B-BD06-D4DF200C7F76}" type="pres">
      <dgm:prSet presAssocID="{DE55C9A4-C6EA-4F4D-BC0F-14B3F7C3C2A4}" presName="bgRect" presStyleLbl="bgShp" presStyleIdx="3" presStyleCnt="4"/>
      <dgm:spPr/>
    </dgm:pt>
    <dgm:pt modelId="{D638647B-C5E7-44AC-ABD4-123C20162231}" type="pres">
      <dgm:prSet presAssocID="{DE55C9A4-C6EA-4F4D-BC0F-14B3F7C3C2A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655F694-6FB3-4840-8219-7643671E7FBE}" type="pres">
      <dgm:prSet presAssocID="{DE55C9A4-C6EA-4F4D-BC0F-14B3F7C3C2A4}" presName="spaceRect" presStyleCnt="0"/>
      <dgm:spPr/>
    </dgm:pt>
    <dgm:pt modelId="{3DA473BF-6FB9-421C-8863-C16D1CABD8FB}" type="pres">
      <dgm:prSet presAssocID="{DE55C9A4-C6EA-4F4D-BC0F-14B3F7C3C2A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0CC640F-68B9-42A3-B60D-B1B107309B2B}" srcId="{041F9CA4-D1BD-4355-BECE-E905441E772B}" destId="{DE55C9A4-C6EA-4F4D-BC0F-14B3F7C3C2A4}" srcOrd="3" destOrd="0" parTransId="{8ED35593-08D5-46ED-BFA0-60138E6561AA}" sibTransId="{C590F009-E128-4568-B210-B16A3539977F}"/>
    <dgm:cxn modelId="{564DAE1E-BC6F-434E-B82C-702C16DF3EF8}" type="presOf" srcId="{87E947BA-8F07-4260-BF83-E8B3EDFC6A7F}" destId="{410D6C2F-6AA8-4A6E-8E81-E1597773DE8D}" srcOrd="0" destOrd="0" presId="urn:microsoft.com/office/officeart/2018/2/layout/IconVerticalSolidList"/>
    <dgm:cxn modelId="{D73A6346-7693-4F9C-B02A-2AAD29595DF3}" srcId="{041F9CA4-D1BD-4355-BECE-E905441E772B}" destId="{BA976F6F-08E2-4142-91B9-A56D79B3DCC5}" srcOrd="0" destOrd="0" parTransId="{9D2FA898-EA40-49AC-A4DE-5E48395049E8}" sibTransId="{2C0C1146-AF98-4624-B882-D65E53784D8E}"/>
    <dgm:cxn modelId="{470EE781-0565-4BA0-8BB0-4457A665BE4C}" srcId="{041F9CA4-D1BD-4355-BECE-E905441E772B}" destId="{BC078B2C-53F9-4FB2-B954-8D4B3255170B}" srcOrd="1" destOrd="0" parTransId="{22D0C131-5483-4EA8-8048-C6067ADB7189}" sibTransId="{767D3F0F-509A-4EA6-9249-CB10062CC4AB}"/>
    <dgm:cxn modelId="{E6647BB4-ADFB-49C6-999C-5B7E286E7226}" type="presOf" srcId="{DE55C9A4-C6EA-4F4D-BC0F-14B3F7C3C2A4}" destId="{3DA473BF-6FB9-421C-8863-C16D1CABD8FB}" srcOrd="0" destOrd="0" presId="urn:microsoft.com/office/officeart/2018/2/layout/IconVerticalSolidList"/>
    <dgm:cxn modelId="{FC4BD2B8-E29E-4C59-A045-20B623385941}" type="presOf" srcId="{BA976F6F-08E2-4142-91B9-A56D79B3DCC5}" destId="{6BA69108-B78B-4137-8AC6-ECE694FC358F}" srcOrd="0" destOrd="0" presId="urn:microsoft.com/office/officeart/2018/2/layout/IconVerticalSolidList"/>
    <dgm:cxn modelId="{EB0457BE-3198-4382-B95A-8FE799C98DC7}" type="presOf" srcId="{041F9CA4-D1BD-4355-BECE-E905441E772B}" destId="{C8387855-DF77-4B53-B0FF-CB2DDE917D1C}" srcOrd="0" destOrd="0" presId="urn:microsoft.com/office/officeart/2018/2/layout/IconVerticalSolidList"/>
    <dgm:cxn modelId="{855F94D0-5A6D-4F75-925E-16ED680B92E3}" type="presOf" srcId="{BC078B2C-53F9-4FB2-B954-8D4B3255170B}" destId="{873A4BD9-CFA3-43AD-A347-0D103EDBCD60}" srcOrd="0" destOrd="0" presId="urn:microsoft.com/office/officeart/2018/2/layout/IconVerticalSolidList"/>
    <dgm:cxn modelId="{AE273EF1-F770-4714-A8A7-5AB64C5D9309}" srcId="{041F9CA4-D1BD-4355-BECE-E905441E772B}" destId="{87E947BA-8F07-4260-BF83-E8B3EDFC6A7F}" srcOrd="2" destOrd="0" parTransId="{ED6F55DE-C548-4392-B170-26E8F0D96D9C}" sibTransId="{C3A6BB2E-C5A9-4C18-9AED-4E1010CAF96A}"/>
    <dgm:cxn modelId="{71050944-7CD0-4F5C-8E69-7573EB9145B0}" type="presParOf" srcId="{C8387855-DF77-4B53-B0FF-CB2DDE917D1C}" destId="{AFDC786A-C0EF-4E5E-A5F0-E9DE28897924}" srcOrd="0" destOrd="0" presId="urn:microsoft.com/office/officeart/2018/2/layout/IconVerticalSolidList"/>
    <dgm:cxn modelId="{A17D1464-03FB-4810-9405-DF6D92AA8099}" type="presParOf" srcId="{AFDC786A-C0EF-4E5E-A5F0-E9DE28897924}" destId="{3E26EF5C-3A1A-4275-B79D-34D7AC245427}" srcOrd="0" destOrd="0" presId="urn:microsoft.com/office/officeart/2018/2/layout/IconVerticalSolidList"/>
    <dgm:cxn modelId="{5AD01559-846B-47D4-9AF6-BC6B138CC0E2}" type="presParOf" srcId="{AFDC786A-C0EF-4E5E-A5F0-E9DE28897924}" destId="{6EC0B50A-E734-48B3-8992-55656C14F6EE}" srcOrd="1" destOrd="0" presId="urn:microsoft.com/office/officeart/2018/2/layout/IconVerticalSolidList"/>
    <dgm:cxn modelId="{412234F8-AD0D-4C50-8ADC-FC7AF76D2B36}" type="presParOf" srcId="{AFDC786A-C0EF-4E5E-A5F0-E9DE28897924}" destId="{258F3B2B-E25A-45AF-879F-78BD1ABCE185}" srcOrd="2" destOrd="0" presId="urn:microsoft.com/office/officeart/2018/2/layout/IconVerticalSolidList"/>
    <dgm:cxn modelId="{0F4DBA24-F9D7-4353-BF74-6B0A1E492DB4}" type="presParOf" srcId="{AFDC786A-C0EF-4E5E-A5F0-E9DE28897924}" destId="{6BA69108-B78B-4137-8AC6-ECE694FC358F}" srcOrd="3" destOrd="0" presId="urn:microsoft.com/office/officeart/2018/2/layout/IconVerticalSolidList"/>
    <dgm:cxn modelId="{80CD2090-319C-4603-A49D-A63D6E80088F}" type="presParOf" srcId="{C8387855-DF77-4B53-B0FF-CB2DDE917D1C}" destId="{5A541BC0-7FA0-4FA3-A2A1-24C1CB55148F}" srcOrd="1" destOrd="0" presId="urn:microsoft.com/office/officeart/2018/2/layout/IconVerticalSolidList"/>
    <dgm:cxn modelId="{BBB38063-26EF-4CD4-9CFD-A7090E039D8F}" type="presParOf" srcId="{C8387855-DF77-4B53-B0FF-CB2DDE917D1C}" destId="{9388B490-CA44-493C-834C-B23BF2238FF4}" srcOrd="2" destOrd="0" presId="urn:microsoft.com/office/officeart/2018/2/layout/IconVerticalSolidList"/>
    <dgm:cxn modelId="{FBFEB033-A092-4638-B674-8B560A7552BE}" type="presParOf" srcId="{9388B490-CA44-493C-834C-B23BF2238FF4}" destId="{79B3C592-0791-429A-95EE-86B4F8A38730}" srcOrd="0" destOrd="0" presId="urn:microsoft.com/office/officeart/2018/2/layout/IconVerticalSolidList"/>
    <dgm:cxn modelId="{AE75D3EC-0643-4C28-AFF6-CA371C7AD353}" type="presParOf" srcId="{9388B490-CA44-493C-834C-B23BF2238FF4}" destId="{0968FC7C-07DE-4040-A8EA-7918C63B5545}" srcOrd="1" destOrd="0" presId="urn:microsoft.com/office/officeart/2018/2/layout/IconVerticalSolidList"/>
    <dgm:cxn modelId="{30F2A9D3-D344-4D92-9893-B82A2237CB80}" type="presParOf" srcId="{9388B490-CA44-493C-834C-B23BF2238FF4}" destId="{64E22F8A-471B-4280-BA2B-CFE05E6FE199}" srcOrd="2" destOrd="0" presId="urn:microsoft.com/office/officeart/2018/2/layout/IconVerticalSolidList"/>
    <dgm:cxn modelId="{0E28BD10-FAA9-4940-B7D3-C6349B1B4C82}" type="presParOf" srcId="{9388B490-CA44-493C-834C-B23BF2238FF4}" destId="{873A4BD9-CFA3-43AD-A347-0D103EDBCD60}" srcOrd="3" destOrd="0" presId="urn:microsoft.com/office/officeart/2018/2/layout/IconVerticalSolidList"/>
    <dgm:cxn modelId="{87868D14-D4D8-4251-9337-7C8F0C660F5E}" type="presParOf" srcId="{C8387855-DF77-4B53-B0FF-CB2DDE917D1C}" destId="{757F5C92-00A5-45F7-A79E-906BC66965DA}" srcOrd="3" destOrd="0" presId="urn:microsoft.com/office/officeart/2018/2/layout/IconVerticalSolidList"/>
    <dgm:cxn modelId="{FF6CD534-8761-4C16-B6CD-8C258B4C3212}" type="presParOf" srcId="{C8387855-DF77-4B53-B0FF-CB2DDE917D1C}" destId="{F62A0062-4533-43D8-A21F-044C3184B23E}" srcOrd="4" destOrd="0" presId="urn:microsoft.com/office/officeart/2018/2/layout/IconVerticalSolidList"/>
    <dgm:cxn modelId="{D8461414-B18B-4508-908A-086A270A6D7F}" type="presParOf" srcId="{F62A0062-4533-43D8-A21F-044C3184B23E}" destId="{0F710FD4-CD27-40EC-A72D-E7AAB784EC1D}" srcOrd="0" destOrd="0" presId="urn:microsoft.com/office/officeart/2018/2/layout/IconVerticalSolidList"/>
    <dgm:cxn modelId="{E84319E4-A3BE-4D06-9D5C-D3418F23170A}" type="presParOf" srcId="{F62A0062-4533-43D8-A21F-044C3184B23E}" destId="{99CA95C3-9D44-47D6-9789-D5E551541689}" srcOrd="1" destOrd="0" presId="urn:microsoft.com/office/officeart/2018/2/layout/IconVerticalSolidList"/>
    <dgm:cxn modelId="{E1B8F2D5-D306-4F6B-9960-B5AFD713ADA6}" type="presParOf" srcId="{F62A0062-4533-43D8-A21F-044C3184B23E}" destId="{1F480F84-E8F0-4FE3-83F3-B44DC5351D49}" srcOrd="2" destOrd="0" presId="urn:microsoft.com/office/officeart/2018/2/layout/IconVerticalSolidList"/>
    <dgm:cxn modelId="{FEF826F6-BDDF-448F-8694-9CED35BFB17A}" type="presParOf" srcId="{F62A0062-4533-43D8-A21F-044C3184B23E}" destId="{410D6C2F-6AA8-4A6E-8E81-E1597773DE8D}" srcOrd="3" destOrd="0" presId="urn:microsoft.com/office/officeart/2018/2/layout/IconVerticalSolidList"/>
    <dgm:cxn modelId="{F2C507B1-F9ED-4C2C-81D6-0735A4357F4B}" type="presParOf" srcId="{C8387855-DF77-4B53-B0FF-CB2DDE917D1C}" destId="{0746ABEE-C4BA-410F-9366-5452A8253651}" srcOrd="5" destOrd="0" presId="urn:microsoft.com/office/officeart/2018/2/layout/IconVerticalSolidList"/>
    <dgm:cxn modelId="{846C8885-54E9-4011-9D62-54E8E207A792}" type="presParOf" srcId="{C8387855-DF77-4B53-B0FF-CB2DDE917D1C}" destId="{0B6EE306-EB6E-459E-A0C6-096B69011E8A}" srcOrd="6" destOrd="0" presId="urn:microsoft.com/office/officeart/2018/2/layout/IconVerticalSolidList"/>
    <dgm:cxn modelId="{A3586EB2-B31C-4AA0-B7BC-46CD131A8628}" type="presParOf" srcId="{0B6EE306-EB6E-459E-A0C6-096B69011E8A}" destId="{647E58B8-90A9-405B-BD06-D4DF200C7F76}" srcOrd="0" destOrd="0" presId="urn:microsoft.com/office/officeart/2018/2/layout/IconVerticalSolidList"/>
    <dgm:cxn modelId="{C32463F2-22C5-4DC1-A209-08B79C1BEF5D}" type="presParOf" srcId="{0B6EE306-EB6E-459E-A0C6-096B69011E8A}" destId="{D638647B-C5E7-44AC-ABD4-123C20162231}" srcOrd="1" destOrd="0" presId="urn:microsoft.com/office/officeart/2018/2/layout/IconVerticalSolidList"/>
    <dgm:cxn modelId="{61177FAB-285C-48A4-8AE8-CF873C697314}" type="presParOf" srcId="{0B6EE306-EB6E-459E-A0C6-096B69011E8A}" destId="{B655F694-6FB3-4840-8219-7643671E7FBE}" srcOrd="2" destOrd="0" presId="urn:microsoft.com/office/officeart/2018/2/layout/IconVerticalSolidList"/>
    <dgm:cxn modelId="{C16A45BF-13CB-46B0-93E1-656C2F8633C3}" type="presParOf" srcId="{0B6EE306-EB6E-459E-A0C6-096B69011E8A}" destId="{3DA473BF-6FB9-421C-8863-C16D1CABD8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27C1ACC-EF33-471D-944E-066A4161270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5E65BDA-3813-47E5-BFE6-76B181897D4C}">
      <dgm:prSet/>
      <dgm:spPr/>
      <dgm:t>
        <a:bodyPr/>
        <a:lstStyle/>
        <a:p>
          <a:endParaRPr lang="en-US" dirty="0"/>
        </a:p>
      </dgm:t>
    </dgm:pt>
    <dgm:pt modelId="{3AE8BA46-F82F-4D8E-A550-4058F56A994B}" type="parTrans" cxnId="{386A6086-5B2D-4983-8AC6-633418A3013F}">
      <dgm:prSet/>
      <dgm:spPr/>
      <dgm:t>
        <a:bodyPr/>
        <a:lstStyle/>
        <a:p>
          <a:endParaRPr lang="en-US"/>
        </a:p>
      </dgm:t>
    </dgm:pt>
    <dgm:pt modelId="{253E400B-97F2-4D50-B252-6741941829BB}" type="sibTrans" cxnId="{386A6086-5B2D-4983-8AC6-633418A3013F}">
      <dgm:prSet/>
      <dgm:spPr/>
      <dgm:t>
        <a:bodyPr/>
        <a:lstStyle/>
        <a:p>
          <a:endParaRPr lang="en-US"/>
        </a:p>
      </dgm:t>
    </dgm:pt>
    <dgm:pt modelId="{6F78F8C8-C94D-47DD-89EB-F770FB6F5965}">
      <dgm:prSet/>
      <dgm:spPr/>
      <dgm:t>
        <a:bodyPr/>
        <a:lstStyle/>
        <a:p>
          <a:r>
            <a:rPr lang="en-IN" dirty="0"/>
            <a:t>1. Faster issue resolution </a:t>
          </a:r>
          <a:endParaRPr lang="en-US" dirty="0"/>
        </a:p>
      </dgm:t>
    </dgm:pt>
    <dgm:pt modelId="{9FE63835-93D6-40A5-8846-87A35E3F5B72}" type="parTrans" cxnId="{5D161C53-8564-4A3C-90CE-49C6726990C0}">
      <dgm:prSet/>
      <dgm:spPr/>
      <dgm:t>
        <a:bodyPr/>
        <a:lstStyle/>
        <a:p>
          <a:endParaRPr lang="en-US"/>
        </a:p>
      </dgm:t>
    </dgm:pt>
    <dgm:pt modelId="{F34F368E-D084-440C-9D7B-3E8641A2AD19}" type="sibTrans" cxnId="{5D161C53-8564-4A3C-90CE-49C6726990C0}">
      <dgm:prSet/>
      <dgm:spPr/>
      <dgm:t>
        <a:bodyPr/>
        <a:lstStyle/>
        <a:p>
          <a:endParaRPr lang="en-US"/>
        </a:p>
      </dgm:t>
    </dgm:pt>
    <dgm:pt modelId="{EC0CEA66-1DA7-4F3E-92E3-0B4EC17320EF}">
      <dgm:prSet/>
      <dgm:spPr/>
      <dgm:t>
        <a:bodyPr/>
        <a:lstStyle/>
        <a:p>
          <a:r>
            <a:rPr lang="en-IN" dirty="0"/>
            <a:t>2. Reduced dependency on Data Engineering </a:t>
          </a:r>
          <a:endParaRPr lang="en-US" dirty="0"/>
        </a:p>
      </dgm:t>
    </dgm:pt>
    <dgm:pt modelId="{7C4F0877-75D1-46D0-9FE7-0F94C2F26BF6}" type="parTrans" cxnId="{044905A0-15D9-40A1-B7D3-9E4298FF0442}">
      <dgm:prSet/>
      <dgm:spPr/>
      <dgm:t>
        <a:bodyPr/>
        <a:lstStyle/>
        <a:p>
          <a:endParaRPr lang="en-US"/>
        </a:p>
      </dgm:t>
    </dgm:pt>
    <dgm:pt modelId="{0F41CA7C-2B1C-4DFF-8C60-A184F1964C0B}" type="sibTrans" cxnId="{044905A0-15D9-40A1-B7D3-9E4298FF0442}">
      <dgm:prSet/>
      <dgm:spPr/>
      <dgm:t>
        <a:bodyPr/>
        <a:lstStyle/>
        <a:p>
          <a:endParaRPr lang="en-US"/>
        </a:p>
      </dgm:t>
    </dgm:pt>
    <dgm:pt modelId="{4C5EE3BB-85E2-436A-8306-016D831F64F1}">
      <dgm:prSet/>
      <dgm:spPr/>
      <dgm:t>
        <a:bodyPr/>
        <a:lstStyle/>
        <a:p>
          <a:r>
            <a:rPr lang="en-IN" dirty="0"/>
            <a:t>3. Improved data availability </a:t>
          </a:r>
          <a:endParaRPr lang="en-US" dirty="0"/>
        </a:p>
      </dgm:t>
    </dgm:pt>
    <dgm:pt modelId="{FC30BA84-A3C1-4A37-98C8-0B886D0DE260}" type="parTrans" cxnId="{FCA974E6-18AD-435E-8E34-B0ABD9CDE348}">
      <dgm:prSet/>
      <dgm:spPr/>
      <dgm:t>
        <a:bodyPr/>
        <a:lstStyle/>
        <a:p>
          <a:endParaRPr lang="en-US"/>
        </a:p>
      </dgm:t>
    </dgm:pt>
    <dgm:pt modelId="{3D84EB68-BDF9-4659-B71D-C17D364286E0}" type="sibTrans" cxnId="{FCA974E6-18AD-435E-8E34-B0ABD9CDE348}">
      <dgm:prSet/>
      <dgm:spPr/>
      <dgm:t>
        <a:bodyPr/>
        <a:lstStyle/>
        <a:p>
          <a:endParaRPr lang="en-US"/>
        </a:p>
      </dgm:t>
    </dgm:pt>
    <dgm:pt modelId="{6369318A-B2D8-4A84-91D6-924F0A0651F0}">
      <dgm:prSet/>
      <dgm:spPr/>
      <dgm:t>
        <a:bodyPr/>
        <a:lstStyle/>
        <a:p>
          <a:r>
            <a:rPr lang="en-IN" dirty="0"/>
            <a:t>4. Better data quality and SLA visibility </a:t>
          </a:r>
          <a:endParaRPr lang="en-US" dirty="0"/>
        </a:p>
      </dgm:t>
    </dgm:pt>
    <dgm:pt modelId="{5CAB184A-5E2B-4CA5-879C-3AE6EBF6E5D2}" type="parTrans" cxnId="{4A10A06D-DEFD-4CCB-A776-88272D05A3B8}">
      <dgm:prSet/>
      <dgm:spPr/>
      <dgm:t>
        <a:bodyPr/>
        <a:lstStyle/>
        <a:p>
          <a:endParaRPr lang="en-US"/>
        </a:p>
      </dgm:t>
    </dgm:pt>
    <dgm:pt modelId="{B9F0D1E5-2B9F-476F-AF8F-2C983DC2090D}" type="sibTrans" cxnId="{4A10A06D-DEFD-4CCB-A776-88272D05A3B8}">
      <dgm:prSet/>
      <dgm:spPr/>
      <dgm:t>
        <a:bodyPr/>
        <a:lstStyle/>
        <a:p>
          <a:endParaRPr lang="en-US"/>
        </a:p>
      </dgm:t>
    </dgm:pt>
    <dgm:pt modelId="{C97BED0C-61CC-4951-B21B-44C2C1598095}">
      <dgm:prSet/>
      <dgm:spPr/>
      <dgm:t>
        <a:bodyPr/>
        <a:lstStyle/>
        <a:p>
          <a:r>
            <a:rPr lang="en-IN" dirty="0"/>
            <a:t>5. Reduced manual operational effort </a:t>
          </a:r>
          <a:endParaRPr lang="en-US" dirty="0"/>
        </a:p>
      </dgm:t>
    </dgm:pt>
    <dgm:pt modelId="{18733665-4D44-46EB-97E8-4FCDA1D869B4}" type="parTrans" cxnId="{1B0E44D4-EB3A-4D22-B9AC-9734B20AE362}">
      <dgm:prSet/>
      <dgm:spPr/>
      <dgm:t>
        <a:bodyPr/>
        <a:lstStyle/>
        <a:p>
          <a:endParaRPr lang="en-US"/>
        </a:p>
      </dgm:t>
    </dgm:pt>
    <dgm:pt modelId="{F542F64F-4338-4B08-9C85-B51EFC96CF12}" type="sibTrans" cxnId="{1B0E44D4-EB3A-4D22-B9AC-9734B20AE362}">
      <dgm:prSet/>
      <dgm:spPr/>
      <dgm:t>
        <a:bodyPr/>
        <a:lstStyle/>
        <a:p>
          <a:endParaRPr lang="en-US"/>
        </a:p>
      </dgm:t>
    </dgm:pt>
    <dgm:pt modelId="{49735BAD-3ADD-4973-930F-BA8151AE49B8}">
      <dgm:prSet/>
      <dgm:spPr/>
      <dgm:t>
        <a:bodyPr/>
        <a:lstStyle/>
        <a:p>
          <a:r>
            <a:rPr lang="en-IN" dirty="0"/>
            <a:t>6. Greater confidence in business data </a:t>
          </a:r>
          <a:endParaRPr lang="en-US" dirty="0"/>
        </a:p>
      </dgm:t>
    </dgm:pt>
    <dgm:pt modelId="{53457BA7-79E5-4ACD-B7C5-E65B01EC3348}" type="parTrans" cxnId="{9807BCA0-F835-4890-839A-16A0BEEECC17}">
      <dgm:prSet/>
      <dgm:spPr/>
      <dgm:t>
        <a:bodyPr/>
        <a:lstStyle/>
        <a:p>
          <a:endParaRPr lang="en-US"/>
        </a:p>
      </dgm:t>
    </dgm:pt>
    <dgm:pt modelId="{38778CE7-1125-4F2A-A8DE-E7C715BD6F62}" type="sibTrans" cxnId="{9807BCA0-F835-4890-839A-16A0BEEECC17}">
      <dgm:prSet/>
      <dgm:spPr/>
      <dgm:t>
        <a:bodyPr/>
        <a:lstStyle/>
        <a:p>
          <a:endParaRPr lang="en-US"/>
        </a:p>
      </dgm:t>
    </dgm:pt>
    <dgm:pt modelId="{EDB47C22-47D8-4EFE-94F0-A2278A3C4231}">
      <dgm:prSet/>
      <dgm:spPr/>
      <dgm:t>
        <a:bodyPr/>
        <a:lstStyle/>
        <a:p>
          <a:r>
            <a:rPr lang="en-IN" dirty="0"/>
            <a:t>7. Controlled and auditable recovery </a:t>
          </a:r>
          <a:endParaRPr lang="en-US" dirty="0"/>
        </a:p>
      </dgm:t>
    </dgm:pt>
    <dgm:pt modelId="{FE1DD542-608A-4557-899E-EB55433F2DF2}" type="parTrans" cxnId="{9D74DD52-0BDF-486E-8880-D15254BD87AE}">
      <dgm:prSet/>
      <dgm:spPr/>
      <dgm:t>
        <a:bodyPr/>
        <a:lstStyle/>
        <a:p>
          <a:endParaRPr lang="en-US"/>
        </a:p>
      </dgm:t>
    </dgm:pt>
    <dgm:pt modelId="{3036819E-77C7-4ECA-A75A-04FA08D38FE0}" type="sibTrans" cxnId="{9D74DD52-0BDF-486E-8880-D15254BD87AE}">
      <dgm:prSet/>
      <dgm:spPr/>
      <dgm:t>
        <a:bodyPr/>
        <a:lstStyle/>
        <a:p>
          <a:endParaRPr lang="en-US"/>
        </a:p>
      </dgm:t>
    </dgm:pt>
    <dgm:pt modelId="{7E703928-DFE0-471D-906B-1AF5ACABF274}">
      <dgm:prSet/>
      <dgm:spPr/>
      <dgm:t>
        <a:bodyPr/>
        <a:lstStyle/>
        <a:p>
          <a:r>
            <a:rPr lang="en-IN" dirty="0"/>
            <a:t>8. Improved operational transparency</a:t>
          </a:r>
          <a:endParaRPr lang="en-US" dirty="0"/>
        </a:p>
      </dgm:t>
    </dgm:pt>
    <dgm:pt modelId="{D759C422-41FC-4755-8B77-DB2285AE1E29}" type="parTrans" cxnId="{463E4932-9A20-49C2-830E-04E950ED1EB7}">
      <dgm:prSet/>
      <dgm:spPr/>
      <dgm:t>
        <a:bodyPr/>
        <a:lstStyle/>
        <a:p>
          <a:endParaRPr lang="en-US"/>
        </a:p>
      </dgm:t>
    </dgm:pt>
    <dgm:pt modelId="{F5CC8B66-E8D9-410E-A464-8EA3DA9715E4}" type="sibTrans" cxnId="{463E4932-9A20-49C2-830E-04E950ED1EB7}">
      <dgm:prSet/>
      <dgm:spPr/>
      <dgm:t>
        <a:bodyPr/>
        <a:lstStyle/>
        <a:p>
          <a:endParaRPr lang="en-US"/>
        </a:p>
      </dgm:t>
    </dgm:pt>
    <dgm:pt modelId="{7C8E447F-9C37-4DAF-A2E7-DCFD0E35CC0E}" type="pres">
      <dgm:prSet presAssocID="{027C1ACC-EF33-471D-944E-066A41612704}" presName="vert0" presStyleCnt="0">
        <dgm:presLayoutVars>
          <dgm:dir/>
          <dgm:animOne val="branch"/>
          <dgm:animLvl val="lvl"/>
        </dgm:presLayoutVars>
      </dgm:prSet>
      <dgm:spPr/>
    </dgm:pt>
    <dgm:pt modelId="{DBA947FD-FAF0-4095-8D29-32E6744BC90A}" type="pres">
      <dgm:prSet presAssocID="{65E65BDA-3813-47E5-BFE6-76B181897D4C}" presName="thickLine" presStyleLbl="alignNode1" presStyleIdx="0" presStyleCnt="1"/>
      <dgm:spPr/>
    </dgm:pt>
    <dgm:pt modelId="{5F46D6B3-3ABD-4469-9043-ECE0651D6824}" type="pres">
      <dgm:prSet presAssocID="{65E65BDA-3813-47E5-BFE6-76B181897D4C}" presName="horz1" presStyleCnt="0"/>
      <dgm:spPr/>
    </dgm:pt>
    <dgm:pt modelId="{0D37CEFA-127F-4F5E-B044-9D24E76F1097}" type="pres">
      <dgm:prSet presAssocID="{65E65BDA-3813-47E5-BFE6-76B181897D4C}" presName="tx1" presStyleLbl="revTx" presStyleIdx="0" presStyleCnt="9"/>
      <dgm:spPr/>
    </dgm:pt>
    <dgm:pt modelId="{B5998703-09EA-4B80-98AB-FA8C40A59AD5}" type="pres">
      <dgm:prSet presAssocID="{65E65BDA-3813-47E5-BFE6-76B181897D4C}" presName="vert1" presStyleCnt="0"/>
      <dgm:spPr/>
    </dgm:pt>
    <dgm:pt modelId="{08601061-804E-4E3E-A82C-0BD6DD19585C}" type="pres">
      <dgm:prSet presAssocID="{6F78F8C8-C94D-47DD-89EB-F770FB6F5965}" presName="vertSpace2a" presStyleCnt="0"/>
      <dgm:spPr/>
    </dgm:pt>
    <dgm:pt modelId="{7C4D7B3F-CF35-44B5-ACD2-5D5BF26A8BEA}" type="pres">
      <dgm:prSet presAssocID="{6F78F8C8-C94D-47DD-89EB-F770FB6F5965}" presName="horz2" presStyleCnt="0"/>
      <dgm:spPr/>
    </dgm:pt>
    <dgm:pt modelId="{0DD61832-D41B-425F-BAAC-B99F18C455A3}" type="pres">
      <dgm:prSet presAssocID="{6F78F8C8-C94D-47DD-89EB-F770FB6F5965}" presName="horzSpace2" presStyleCnt="0"/>
      <dgm:spPr/>
    </dgm:pt>
    <dgm:pt modelId="{EFC80C9E-9298-4F88-BAEE-6FC5EF4AE8CB}" type="pres">
      <dgm:prSet presAssocID="{6F78F8C8-C94D-47DD-89EB-F770FB6F5965}" presName="tx2" presStyleLbl="revTx" presStyleIdx="1" presStyleCnt="9"/>
      <dgm:spPr/>
    </dgm:pt>
    <dgm:pt modelId="{735CDEE2-A8D7-497B-8536-33D09BE073F0}" type="pres">
      <dgm:prSet presAssocID="{6F78F8C8-C94D-47DD-89EB-F770FB6F5965}" presName="vert2" presStyleCnt="0"/>
      <dgm:spPr/>
    </dgm:pt>
    <dgm:pt modelId="{CB9986BD-6D27-4427-A75F-66DA68F2B400}" type="pres">
      <dgm:prSet presAssocID="{6F78F8C8-C94D-47DD-89EB-F770FB6F5965}" presName="thinLine2b" presStyleLbl="callout" presStyleIdx="0" presStyleCnt="8"/>
      <dgm:spPr/>
    </dgm:pt>
    <dgm:pt modelId="{DB43EC7E-D94F-4500-B7DE-112D86A197DD}" type="pres">
      <dgm:prSet presAssocID="{6F78F8C8-C94D-47DD-89EB-F770FB6F5965}" presName="vertSpace2b" presStyleCnt="0"/>
      <dgm:spPr/>
    </dgm:pt>
    <dgm:pt modelId="{A76742A1-871F-4309-8D5A-CF470BCC78C0}" type="pres">
      <dgm:prSet presAssocID="{EC0CEA66-1DA7-4F3E-92E3-0B4EC17320EF}" presName="horz2" presStyleCnt="0"/>
      <dgm:spPr/>
    </dgm:pt>
    <dgm:pt modelId="{E4084F9C-2229-448E-AAAB-8564D4EAA4F4}" type="pres">
      <dgm:prSet presAssocID="{EC0CEA66-1DA7-4F3E-92E3-0B4EC17320EF}" presName="horzSpace2" presStyleCnt="0"/>
      <dgm:spPr/>
    </dgm:pt>
    <dgm:pt modelId="{87FB1A31-A49C-4060-AC4B-F13728E1A053}" type="pres">
      <dgm:prSet presAssocID="{EC0CEA66-1DA7-4F3E-92E3-0B4EC17320EF}" presName="tx2" presStyleLbl="revTx" presStyleIdx="2" presStyleCnt="9"/>
      <dgm:spPr/>
    </dgm:pt>
    <dgm:pt modelId="{A47A754D-7C7F-4606-B98E-B9967A122667}" type="pres">
      <dgm:prSet presAssocID="{EC0CEA66-1DA7-4F3E-92E3-0B4EC17320EF}" presName="vert2" presStyleCnt="0"/>
      <dgm:spPr/>
    </dgm:pt>
    <dgm:pt modelId="{5176A6AE-7578-4567-9649-D06A28F58F4C}" type="pres">
      <dgm:prSet presAssocID="{EC0CEA66-1DA7-4F3E-92E3-0B4EC17320EF}" presName="thinLine2b" presStyleLbl="callout" presStyleIdx="1" presStyleCnt="8"/>
      <dgm:spPr/>
    </dgm:pt>
    <dgm:pt modelId="{E1D8D5C1-6CB1-4739-9EAD-5D8006AAA3CC}" type="pres">
      <dgm:prSet presAssocID="{EC0CEA66-1DA7-4F3E-92E3-0B4EC17320EF}" presName="vertSpace2b" presStyleCnt="0"/>
      <dgm:spPr/>
    </dgm:pt>
    <dgm:pt modelId="{53BA9FDE-283F-4008-9B16-81000EA20D5B}" type="pres">
      <dgm:prSet presAssocID="{4C5EE3BB-85E2-436A-8306-016D831F64F1}" presName="horz2" presStyleCnt="0"/>
      <dgm:spPr/>
    </dgm:pt>
    <dgm:pt modelId="{BF913865-9385-4222-82BF-7C48B12DF5EC}" type="pres">
      <dgm:prSet presAssocID="{4C5EE3BB-85E2-436A-8306-016D831F64F1}" presName="horzSpace2" presStyleCnt="0"/>
      <dgm:spPr/>
    </dgm:pt>
    <dgm:pt modelId="{CC012FDA-0D1A-474E-82A1-7257592DEBD1}" type="pres">
      <dgm:prSet presAssocID="{4C5EE3BB-85E2-436A-8306-016D831F64F1}" presName="tx2" presStyleLbl="revTx" presStyleIdx="3" presStyleCnt="9"/>
      <dgm:spPr/>
    </dgm:pt>
    <dgm:pt modelId="{3D798053-A7BC-41FD-893C-A8F63499DC81}" type="pres">
      <dgm:prSet presAssocID="{4C5EE3BB-85E2-436A-8306-016D831F64F1}" presName="vert2" presStyleCnt="0"/>
      <dgm:spPr/>
    </dgm:pt>
    <dgm:pt modelId="{BD086302-FA13-49E7-9AD3-B41E7E132B04}" type="pres">
      <dgm:prSet presAssocID="{4C5EE3BB-85E2-436A-8306-016D831F64F1}" presName="thinLine2b" presStyleLbl="callout" presStyleIdx="2" presStyleCnt="8"/>
      <dgm:spPr/>
    </dgm:pt>
    <dgm:pt modelId="{E191AB89-8267-41AA-A3E3-EF57C7074C4D}" type="pres">
      <dgm:prSet presAssocID="{4C5EE3BB-85E2-436A-8306-016D831F64F1}" presName="vertSpace2b" presStyleCnt="0"/>
      <dgm:spPr/>
    </dgm:pt>
    <dgm:pt modelId="{0DC9D6C9-3AC3-4EAB-9644-997A2A356F3E}" type="pres">
      <dgm:prSet presAssocID="{6369318A-B2D8-4A84-91D6-924F0A0651F0}" presName="horz2" presStyleCnt="0"/>
      <dgm:spPr/>
    </dgm:pt>
    <dgm:pt modelId="{2BFFB542-9E4E-4182-97B8-526CCD3F9C6C}" type="pres">
      <dgm:prSet presAssocID="{6369318A-B2D8-4A84-91D6-924F0A0651F0}" presName="horzSpace2" presStyleCnt="0"/>
      <dgm:spPr/>
    </dgm:pt>
    <dgm:pt modelId="{DA144746-BFDA-4C1B-B712-D6641BE5CC7D}" type="pres">
      <dgm:prSet presAssocID="{6369318A-B2D8-4A84-91D6-924F0A0651F0}" presName="tx2" presStyleLbl="revTx" presStyleIdx="4" presStyleCnt="9"/>
      <dgm:spPr/>
    </dgm:pt>
    <dgm:pt modelId="{9993EBBC-4DFA-4041-962F-AE30921370F8}" type="pres">
      <dgm:prSet presAssocID="{6369318A-B2D8-4A84-91D6-924F0A0651F0}" presName="vert2" presStyleCnt="0"/>
      <dgm:spPr/>
    </dgm:pt>
    <dgm:pt modelId="{B05EF517-5485-46FC-BC80-F14054EAAEA2}" type="pres">
      <dgm:prSet presAssocID="{6369318A-B2D8-4A84-91D6-924F0A0651F0}" presName="thinLine2b" presStyleLbl="callout" presStyleIdx="3" presStyleCnt="8"/>
      <dgm:spPr/>
    </dgm:pt>
    <dgm:pt modelId="{04F44F94-8E3A-47D1-82F9-100154400A0D}" type="pres">
      <dgm:prSet presAssocID="{6369318A-B2D8-4A84-91D6-924F0A0651F0}" presName="vertSpace2b" presStyleCnt="0"/>
      <dgm:spPr/>
    </dgm:pt>
    <dgm:pt modelId="{A848B4DD-C095-4AFF-B5C0-868FA030FFD1}" type="pres">
      <dgm:prSet presAssocID="{C97BED0C-61CC-4951-B21B-44C2C1598095}" presName="horz2" presStyleCnt="0"/>
      <dgm:spPr/>
    </dgm:pt>
    <dgm:pt modelId="{F08FA985-A4D6-4BA8-9A4F-F41F4D733904}" type="pres">
      <dgm:prSet presAssocID="{C97BED0C-61CC-4951-B21B-44C2C1598095}" presName="horzSpace2" presStyleCnt="0"/>
      <dgm:spPr/>
    </dgm:pt>
    <dgm:pt modelId="{9283E0C9-ED51-45BB-ACBF-AE8E093E03B3}" type="pres">
      <dgm:prSet presAssocID="{C97BED0C-61CC-4951-B21B-44C2C1598095}" presName="tx2" presStyleLbl="revTx" presStyleIdx="5" presStyleCnt="9"/>
      <dgm:spPr/>
    </dgm:pt>
    <dgm:pt modelId="{D00E5250-B616-4261-94B1-3B4777AF7C9A}" type="pres">
      <dgm:prSet presAssocID="{C97BED0C-61CC-4951-B21B-44C2C1598095}" presName="vert2" presStyleCnt="0"/>
      <dgm:spPr/>
    </dgm:pt>
    <dgm:pt modelId="{4FADEEDE-6F0D-4082-A56F-F5EF2C17C857}" type="pres">
      <dgm:prSet presAssocID="{C97BED0C-61CC-4951-B21B-44C2C1598095}" presName="thinLine2b" presStyleLbl="callout" presStyleIdx="4" presStyleCnt="8"/>
      <dgm:spPr/>
    </dgm:pt>
    <dgm:pt modelId="{642F1E92-7C35-4894-B72A-5482AC3E5B20}" type="pres">
      <dgm:prSet presAssocID="{C97BED0C-61CC-4951-B21B-44C2C1598095}" presName="vertSpace2b" presStyleCnt="0"/>
      <dgm:spPr/>
    </dgm:pt>
    <dgm:pt modelId="{47405F8B-0388-4960-88B8-41A684645667}" type="pres">
      <dgm:prSet presAssocID="{49735BAD-3ADD-4973-930F-BA8151AE49B8}" presName="horz2" presStyleCnt="0"/>
      <dgm:spPr/>
    </dgm:pt>
    <dgm:pt modelId="{808182F4-E308-418B-8EA2-2C65A735674C}" type="pres">
      <dgm:prSet presAssocID="{49735BAD-3ADD-4973-930F-BA8151AE49B8}" presName="horzSpace2" presStyleCnt="0"/>
      <dgm:spPr/>
    </dgm:pt>
    <dgm:pt modelId="{AC626C9F-47A2-424C-853C-0F0BD953FBB8}" type="pres">
      <dgm:prSet presAssocID="{49735BAD-3ADD-4973-930F-BA8151AE49B8}" presName="tx2" presStyleLbl="revTx" presStyleIdx="6" presStyleCnt="9"/>
      <dgm:spPr/>
    </dgm:pt>
    <dgm:pt modelId="{F82420FB-B59E-4C4D-8F37-DFFFF2E2EF6D}" type="pres">
      <dgm:prSet presAssocID="{49735BAD-3ADD-4973-930F-BA8151AE49B8}" presName="vert2" presStyleCnt="0"/>
      <dgm:spPr/>
    </dgm:pt>
    <dgm:pt modelId="{D70CA308-9E77-4120-BC47-B4F779398A4F}" type="pres">
      <dgm:prSet presAssocID="{49735BAD-3ADD-4973-930F-BA8151AE49B8}" presName="thinLine2b" presStyleLbl="callout" presStyleIdx="5" presStyleCnt="8"/>
      <dgm:spPr/>
    </dgm:pt>
    <dgm:pt modelId="{5805AEFE-CB12-4307-8023-9EDE634155A9}" type="pres">
      <dgm:prSet presAssocID="{49735BAD-3ADD-4973-930F-BA8151AE49B8}" presName="vertSpace2b" presStyleCnt="0"/>
      <dgm:spPr/>
    </dgm:pt>
    <dgm:pt modelId="{A99D0211-E591-4B48-A0E4-B3715A19C4F3}" type="pres">
      <dgm:prSet presAssocID="{EDB47C22-47D8-4EFE-94F0-A2278A3C4231}" presName="horz2" presStyleCnt="0"/>
      <dgm:spPr/>
    </dgm:pt>
    <dgm:pt modelId="{3E433405-1CB8-4063-81BC-A09300210A04}" type="pres">
      <dgm:prSet presAssocID="{EDB47C22-47D8-4EFE-94F0-A2278A3C4231}" presName="horzSpace2" presStyleCnt="0"/>
      <dgm:spPr/>
    </dgm:pt>
    <dgm:pt modelId="{8B3D8952-35E4-4CB7-9F51-27C900E0EE91}" type="pres">
      <dgm:prSet presAssocID="{EDB47C22-47D8-4EFE-94F0-A2278A3C4231}" presName="tx2" presStyleLbl="revTx" presStyleIdx="7" presStyleCnt="9"/>
      <dgm:spPr/>
    </dgm:pt>
    <dgm:pt modelId="{43BE71BB-BBCA-4C47-BBAE-67E7C3C3EDB0}" type="pres">
      <dgm:prSet presAssocID="{EDB47C22-47D8-4EFE-94F0-A2278A3C4231}" presName="vert2" presStyleCnt="0"/>
      <dgm:spPr/>
    </dgm:pt>
    <dgm:pt modelId="{13E48BAA-761B-41F7-BAA0-62320252DD14}" type="pres">
      <dgm:prSet presAssocID="{EDB47C22-47D8-4EFE-94F0-A2278A3C4231}" presName="thinLine2b" presStyleLbl="callout" presStyleIdx="6" presStyleCnt="8"/>
      <dgm:spPr/>
    </dgm:pt>
    <dgm:pt modelId="{70DE3E62-1268-420A-8584-57D8F663C265}" type="pres">
      <dgm:prSet presAssocID="{EDB47C22-47D8-4EFE-94F0-A2278A3C4231}" presName="vertSpace2b" presStyleCnt="0"/>
      <dgm:spPr/>
    </dgm:pt>
    <dgm:pt modelId="{D7A85474-522C-4B83-88BA-29DD96C9C5CD}" type="pres">
      <dgm:prSet presAssocID="{7E703928-DFE0-471D-906B-1AF5ACABF274}" presName="horz2" presStyleCnt="0"/>
      <dgm:spPr/>
    </dgm:pt>
    <dgm:pt modelId="{F4024895-29E1-41DD-ADD8-68A02A9BA369}" type="pres">
      <dgm:prSet presAssocID="{7E703928-DFE0-471D-906B-1AF5ACABF274}" presName="horzSpace2" presStyleCnt="0"/>
      <dgm:spPr/>
    </dgm:pt>
    <dgm:pt modelId="{4AE82A2B-41A9-489B-8D79-CFAF7C65B027}" type="pres">
      <dgm:prSet presAssocID="{7E703928-DFE0-471D-906B-1AF5ACABF274}" presName="tx2" presStyleLbl="revTx" presStyleIdx="8" presStyleCnt="9"/>
      <dgm:spPr/>
    </dgm:pt>
    <dgm:pt modelId="{270EE2EF-0A39-49FC-8E7C-F33520E71266}" type="pres">
      <dgm:prSet presAssocID="{7E703928-DFE0-471D-906B-1AF5ACABF274}" presName="vert2" presStyleCnt="0"/>
      <dgm:spPr/>
    </dgm:pt>
    <dgm:pt modelId="{9F474EF8-4D0D-4872-A042-B90740FD6EFC}" type="pres">
      <dgm:prSet presAssocID="{7E703928-DFE0-471D-906B-1AF5ACABF274}" presName="thinLine2b" presStyleLbl="callout" presStyleIdx="7" presStyleCnt="8"/>
      <dgm:spPr/>
    </dgm:pt>
    <dgm:pt modelId="{868A13C1-C3B8-47BA-8DC5-E3F4AF59DCEF}" type="pres">
      <dgm:prSet presAssocID="{7E703928-DFE0-471D-906B-1AF5ACABF274}" presName="vertSpace2b" presStyleCnt="0"/>
      <dgm:spPr/>
    </dgm:pt>
  </dgm:ptLst>
  <dgm:cxnLst>
    <dgm:cxn modelId="{F89BE812-1F7A-4896-8F6B-1A4F2D2C41FB}" type="presOf" srcId="{6F78F8C8-C94D-47DD-89EB-F770FB6F5965}" destId="{EFC80C9E-9298-4F88-BAEE-6FC5EF4AE8CB}" srcOrd="0" destOrd="0" presId="urn:microsoft.com/office/officeart/2008/layout/LinedList"/>
    <dgm:cxn modelId="{7F69A416-D5D0-4326-A260-5449C6AB189B}" type="presOf" srcId="{7E703928-DFE0-471D-906B-1AF5ACABF274}" destId="{4AE82A2B-41A9-489B-8D79-CFAF7C65B027}" srcOrd="0" destOrd="0" presId="urn:microsoft.com/office/officeart/2008/layout/LinedList"/>
    <dgm:cxn modelId="{3D716422-ACAB-474C-AAB8-A6EB803F2841}" type="presOf" srcId="{49735BAD-3ADD-4973-930F-BA8151AE49B8}" destId="{AC626C9F-47A2-424C-853C-0F0BD953FBB8}" srcOrd="0" destOrd="0" presId="urn:microsoft.com/office/officeart/2008/layout/LinedList"/>
    <dgm:cxn modelId="{C52EAE26-910F-414F-B23B-9E38872593A8}" type="presOf" srcId="{C97BED0C-61CC-4951-B21B-44C2C1598095}" destId="{9283E0C9-ED51-45BB-ACBF-AE8E093E03B3}" srcOrd="0" destOrd="0" presId="urn:microsoft.com/office/officeart/2008/layout/LinedList"/>
    <dgm:cxn modelId="{463E4932-9A20-49C2-830E-04E950ED1EB7}" srcId="{65E65BDA-3813-47E5-BFE6-76B181897D4C}" destId="{7E703928-DFE0-471D-906B-1AF5ACABF274}" srcOrd="7" destOrd="0" parTransId="{D759C422-41FC-4755-8B77-DB2285AE1E29}" sibTransId="{F5CC8B66-E8D9-410E-A464-8EA3DA9715E4}"/>
    <dgm:cxn modelId="{0980116C-2088-4EF4-9DAD-FF19D4E3D5B3}" type="presOf" srcId="{EDB47C22-47D8-4EFE-94F0-A2278A3C4231}" destId="{8B3D8952-35E4-4CB7-9F51-27C900E0EE91}" srcOrd="0" destOrd="0" presId="urn:microsoft.com/office/officeart/2008/layout/LinedList"/>
    <dgm:cxn modelId="{4A10A06D-DEFD-4CCB-A776-88272D05A3B8}" srcId="{65E65BDA-3813-47E5-BFE6-76B181897D4C}" destId="{6369318A-B2D8-4A84-91D6-924F0A0651F0}" srcOrd="3" destOrd="0" parTransId="{5CAB184A-5E2B-4CA5-879C-3AE6EBF6E5D2}" sibTransId="{B9F0D1E5-2B9F-476F-AF8F-2C983DC2090D}"/>
    <dgm:cxn modelId="{B5B7E36F-863C-48DA-B16F-DFCF6989AEA8}" type="presOf" srcId="{65E65BDA-3813-47E5-BFE6-76B181897D4C}" destId="{0D37CEFA-127F-4F5E-B044-9D24E76F1097}" srcOrd="0" destOrd="0" presId="urn:microsoft.com/office/officeart/2008/layout/LinedList"/>
    <dgm:cxn modelId="{9D74DD52-0BDF-486E-8880-D15254BD87AE}" srcId="{65E65BDA-3813-47E5-BFE6-76B181897D4C}" destId="{EDB47C22-47D8-4EFE-94F0-A2278A3C4231}" srcOrd="6" destOrd="0" parTransId="{FE1DD542-608A-4557-899E-EB55433F2DF2}" sibTransId="{3036819E-77C7-4ECA-A75A-04FA08D38FE0}"/>
    <dgm:cxn modelId="{5D161C53-8564-4A3C-90CE-49C6726990C0}" srcId="{65E65BDA-3813-47E5-BFE6-76B181897D4C}" destId="{6F78F8C8-C94D-47DD-89EB-F770FB6F5965}" srcOrd="0" destOrd="0" parTransId="{9FE63835-93D6-40A5-8846-87A35E3F5B72}" sibTransId="{F34F368E-D084-440C-9D7B-3E8641A2AD19}"/>
    <dgm:cxn modelId="{C045E684-85A9-44DD-B39E-559861B73A9B}" type="presOf" srcId="{4C5EE3BB-85E2-436A-8306-016D831F64F1}" destId="{CC012FDA-0D1A-474E-82A1-7257592DEBD1}" srcOrd="0" destOrd="0" presId="urn:microsoft.com/office/officeart/2008/layout/LinedList"/>
    <dgm:cxn modelId="{386A6086-5B2D-4983-8AC6-633418A3013F}" srcId="{027C1ACC-EF33-471D-944E-066A41612704}" destId="{65E65BDA-3813-47E5-BFE6-76B181897D4C}" srcOrd="0" destOrd="0" parTransId="{3AE8BA46-F82F-4D8E-A550-4058F56A994B}" sibTransId="{253E400B-97F2-4D50-B252-6741941829BB}"/>
    <dgm:cxn modelId="{288C9499-2906-4F56-A732-C551C828BCE8}" type="presOf" srcId="{EC0CEA66-1DA7-4F3E-92E3-0B4EC17320EF}" destId="{87FB1A31-A49C-4060-AC4B-F13728E1A053}" srcOrd="0" destOrd="0" presId="urn:microsoft.com/office/officeart/2008/layout/LinedList"/>
    <dgm:cxn modelId="{044905A0-15D9-40A1-B7D3-9E4298FF0442}" srcId="{65E65BDA-3813-47E5-BFE6-76B181897D4C}" destId="{EC0CEA66-1DA7-4F3E-92E3-0B4EC17320EF}" srcOrd="1" destOrd="0" parTransId="{7C4F0877-75D1-46D0-9FE7-0F94C2F26BF6}" sibTransId="{0F41CA7C-2B1C-4DFF-8C60-A184F1964C0B}"/>
    <dgm:cxn modelId="{9807BCA0-F835-4890-839A-16A0BEEECC17}" srcId="{65E65BDA-3813-47E5-BFE6-76B181897D4C}" destId="{49735BAD-3ADD-4973-930F-BA8151AE49B8}" srcOrd="5" destOrd="0" parTransId="{53457BA7-79E5-4ACD-B7C5-E65B01EC3348}" sibTransId="{38778CE7-1125-4F2A-A8DE-E7C715BD6F62}"/>
    <dgm:cxn modelId="{0F65D1B1-6C41-465D-B39C-EB7DEE9971C5}" type="presOf" srcId="{027C1ACC-EF33-471D-944E-066A41612704}" destId="{7C8E447F-9C37-4DAF-A2E7-DCFD0E35CC0E}" srcOrd="0" destOrd="0" presId="urn:microsoft.com/office/officeart/2008/layout/LinedList"/>
    <dgm:cxn modelId="{AC26FCBA-7DE3-4CB9-B093-993D896BCF02}" type="presOf" srcId="{6369318A-B2D8-4A84-91D6-924F0A0651F0}" destId="{DA144746-BFDA-4C1B-B712-D6641BE5CC7D}" srcOrd="0" destOrd="0" presId="urn:microsoft.com/office/officeart/2008/layout/LinedList"/>
    <dgm:cxn modelId="{1B0E44D4-EB3A-4D22-B9AC-9734B20AE362}" srcId="{65E65BDA-3813-47E5-BFE6-76B181897D4C}" destId="{C97BED0C-61CC-4951-B21B-44C2C1598095}" srcOrd="4" destOrd="0" parTransId="{18733665-4D44-46EB-97E8-4FCDA1D869B4}" sibTransId="{F542F64F-4338-4B08-9C85-B51EFC96CF12}"/>
    <dgm:cxn modelId="{FCA974E6-18AD-435E-8E34-B0ABD9CDE348}" srcId="{65E65BDA-3813-47E5-BFE6-76B181897D4C}" destId="{4C5EE3BB-85E2-436A-8306-016D831F64F1}" srcOrd="2" destOrd="0" parTransId="{FC30BA84-A3C1-4A37-98C8-0B886D0DE260}" sibTransId="{3D84EB68-BDF9-4659-B71D-C17D364286E0}"/>
    <dgm:cxn modelId="{855160D2-7710-4948-8958-3B0D043F86F5}" type="presParOf" srcId="{7C8E447F-9C37-4DAF-A2E7-DCFD0E35CC0E}" destId="{DBA947FD-FAF0-4095-8D29-32E6744BC90A}" srcOrd="0" destOrd="0" presId="urn:microsoft.com/office/officeart/2008/layout/LinedList"/>
    <dgm:cxn modelId="{A53B3B46-E1BD-4603-9B88-131D86D75C12}" type="presParOf" srcId="{7C8E447F-9C37-4DAF-A2E7-DCFD0E35CC0E}" destId="{5F46D6B3-3ABD-4469-9043-ECE0651D6824}" srcOrd="1" destOrd="0" presId="urn:microsoft.com/office/officeart/2008/layout/LinedList"/>
    <dgm:cxn modelId="{6463F6B2-2D82-487C-8379-7A18768D7481}" type="presParOf" srcId="{5F46D6B3-3ABD-4469-9043-ECE0651D6824}" destId="{0D37CEFA-127F-4F5E-B044-9D24E76F1097}" srcOrd="0" destOrd="0" presId="urn:microsoft.com/office/officeart/2008/layout/LinedList"/>
    <dgm:cxn modelId="{D3BE07E8-3980-4144-BB30-7E034CCB2E84}" type="presParOf" srcId="{5F46D6B3-3ABD-4469-9043-ECE0651D6824}" destId="{B5998703-09EA-4B80-98AB-FA8C40A59AD5}" srcOrd="1" destOrd="0" presId="urn:microsoft.com/office/officeart/2008/layout/LinedList"/>
    <dgm:cxn modelId="{893C89C9-5A99-430D-BDFD-607C49AB27E2}" type="presParOf" srcId="{B5998703-09EA-4B80-98AB-FA8C40A59AD5}" destId="{08601061-804E-4E3E-A82C-0BD6DD19585C}" srcOrd="0" destOrd="0" presId="urn:microsoft.com/office/officeart/2008/layout/LinedList"/>
    <dgm:cxn modelId="{53B6DF76-F9D1-46B8-99FC-E15E18736680}" type="presParOf" srcId="{B5998703-09EA-4B80-98AB-FA8C40A59AD5}" destId="{7C4D7B3F-CF35-44B5-ACD2-5D5BF26A8BEA}" srcOrd="1" destOrd="0" presId="urn:microsoft.com/office/officeart/2008/layout/LinedList"/>
    <dgm:cxn modelId="{4CB0B79B-93F0-4ACB-A428-8400401340D1}" type="presParOf" srcId="{7C4D7B3F-CF35-44B5-ACD2-5D5BF26A8BEA}" destId="{0DD61832-D41B-425F-BAAC-B99F18C455A3}" srcOrd="0" destOrd="0" presId="urn:microsoft.com/office/officeart/2008/layout/LinedList"/>
    <dgm:cxn modelId="{E3D635E0-C214-492D-B243-9725CFC33673}" type="presParOf" srcId="{7C4D7B3F-CF35-44B5-ACD2-5D5BF26A8BEA}" destId="{EFC80C9E-9298-4F88-BAEE-6FC5EF4AE8CB}" srcOrd="1" destOrd="0" presId="urn:microsoft.com/office/officeart/2008/layout/LinedList"/>
    <dgm:cxn modelId="{D298C70D-AE3C-423A-BCC9-DAA1881E81CA}" type="presParOf" srcId="{7C4D7B3F-CF35-44B5-ACD2-5D5BF26A8BEA}" destId="{735CDEE2-A8D7-497B-8536-33D09BE073F0}" srcOrd="2" destOrd="0" presId="urn:microsoft.com/office/officeart/2008/layout/LinedList"/>
    <dgm:cxn modelId="{00B73AAF-DF82-4F86-B8FE-0FE6E3332A9C}" type="presParOf" srcId="{B5998703-09EA-4B80-98AB-FA8C40A59AD5}" destId="{CB9986BD-6D27-4427-A75F-66DA68F2B400}" srcOrd="2" destOrd="0" presId="urn:microsoft.com/office/officeart/2008/layout/LinedList"/>
    <dgm:cxn modelId="{173EF670-28A1-469F-8AB0-638E03CEF318}" type="presParOf" srcId="{B5998703-09EA-4B80-98AB-FA8C40A59AD5}" destId="{DB43EC7E-D94F-4500-B7DE-112D86A197DD}" srcOrd="3" destOrd="0" presId="urn:microsoft.com/office/officeart/2008/layout/LinedList"/>
    <dgm:cxn modelId="{FE864930-CF23-409B-9F92-091396BA7076}" type="presParOf" srcId="{B5998703-09EA-4B80-98AB-FA8C40A59AD5}" destId="{A76742A1-871F-4309-8D5A-CF470BCC78C0}" srcOrd="4" destOrd="0" presId="urn:microsoft.com/office/officeart/2008/layout/LinedList"/>
    <dgm:cxn modelId="{3103EA95-498B-46E6-84BD-5FD907BDC5ED}" type="presParOf" srcId="{A76742A1-871F-4309-8D5A-CF470BCC78C0}" destId="{E4084F9C-2229-448E-AAAB-8564D4EAA4F4}" srcOrd="0" destOrd="0" presId="urn:microsoft.com/office/officeart/2008/layout/LinedList"/>
    <dgm:cxn modelId="{FABE5795-AEC4-402D-B5D9-E6FDF0480791}" type="presParOf" srcId="{A76742A1-871F-4309-8D5A-CF470BCC78C0}" destId="{87FB1A31-A49C-4060-AC4B-F13728E1A053}" srcOrd="1" destOrd="0" presId="urn:microsoft.com/office/officeart/2008/layout/LinedList"/>
    <dgm:cxn modelId="{4B9F0513-5FE9-4EE7-8F6F-F357D7F9D781}" type="presParOf" srcId="{A76742A1-871F-4309-8D5A-CF470BCC78C0}" destId="{A47A754D-7C7F-4606-B98E-B9967A122667}" srcOrd="2" destOrd="0" presId="urn:microsoft.com/office/officeart/2008/layout/LinedList"/>
    <dgm:cxn modelId="{C32676BD-8F78-4B5A-8D39-04AD1A63025A}" type="presParOf" srcId="{B5998703-09EA-4B80-98AB-FA8C40A59AD5}" destId="{5176A6AE-7578-4567-9649-D06A28F58F4C}" srcOrd="5" destOrd="0" presId="urn:microsoft.com/office/officeart/2008/layout/LinedList"/>
    <dgm:cxn modelId="{80CE4056-D455-4CCF-BDD9-897FDDCCAE0B}" type="presParOf" srcId="{B5998703-09EA-4B80-98AB-FA8C40A59AD5}" destId="{E1D8D5C1-6CB1-4739-9EAD-5D8006AAA3CC}" srcOrd="6" destOrd="0" presId="urn:microsoft.com/office/officeart/2008/layout/LinedList"/>
    <dgm:cxn modelId="{A81E541C-8B36-499E-979F-FF83D394245D}" type="presParOf" srcId="{B5998703-09EA-4B80-98AB-FA8C40A59AD5}" destId="{53BA9FDE-283F-4008-9B16-81000EA20D5B}" srcOrd="7" destOrd="0" presId="urn:microsoft.com/office/officeart/2008/layout/LinedList"/>
    <dgm:cxn modelId="{6AB0B4B9-C265-4E06-B26A-D59DA273AA31}" type="presParOf" srcId="{53BA9FDE-283F-4008-9B16-81000EA20D5B}" destId="{BF913865-9385-4222-82BF-7C48B12DF5EC}" srcOrd="0" destOrd="0" presId="urn:microsoft.com/office/officeart/2008/layout/LinedList"/>
    <dgm:cxn modelId="{7BB5EB34-D748-491C-8BEA-71CCB62C839E}" type="presParOf" srcId="{53BA9FDE-283F-4008-9B16-81000EA20D5B}" destId="{CC012FDA-0D1A-474E-82A1-7257592DEBD1}" srcOrd="1" destOrd="0" presId="urn:microsoft.com/office/officeart/2008/layout/LinedList"/>
    <dgm:cxn modelId="{1B8325B1-FB3B-4F0F-8050-0B886D04DB12}" type="presParOf" srcId="{53BA9FDE-283F-4008-9B16-81000EA20D5B}" destId="{3D798053-A7BC-41FD-893C-A8F63499DC81}" srcOrd="2" destOrd="0" presId="urn:microsoft.com/office/officeart/2008/layout/LinedList"/>
    <dgm:cxn modelId="{A273053A-383F-493B-97DA-153802BE49D6}" type="presParOf" srcId="{B5998703-09EA-4B80-98AB-FA8C40A59AD5}" destId="{BD086302-FA13-49E7-9AD3-B41E7E132B04}" srcOrd="8" destOrd="0" presId="urn:microsoft.com/office/officeart/2008/layout/LinedList"/>
    <dgm:cxn modelId="{00C46948-AEE0-4C5E-8F15-632C3A0B735C}" type="presParOf" srcId="{B5998703-09EA-4B80-98AB-FA8C40A59AD5}" destId="{E191AB89-8267-41AA-A3E3-EF57C7074C4D}" srcOrd="9" destOrd="0" presId="urn:microsoft.com/office/officeart/2008/layout/LinedList"/>
    <dgm:cxn modelId="{5930080A-6332-4519-AD0E-1A4258E86460}" type="presParOf" srcId="{B5998703-09EA-4B80-98AB-FA8C40A59AD5}" destId="{0DC9D6C9-3AC3-4EAB-9644-997A2A356F3E}" srcOrd="10" destOrd="0" presId="urn:microsoft.com/office/officeart/2008/layout/LinedList"/>
    <dgm:cxn modelId="{01D964ED-B000-4CE6-8879-32947F14792E}" type="presParOf" srcId="{0DC9D6C9-3AC3-4EAB-9644-997A2A356F3E}" destId="{2BFFB542-9E4E-4182-97B8-526CCD3F9C6C}" srcOrd="0" destOrd="0" presId="urn:microsoft.com/office/officeart/2008/layout/LinedList"/>
    <dgm:cxn modelId="{611EE075-EA5F-463C-8F66-1C13AF0D7B59}" type="presParOf" srcId="{0DC9D6C9-3AC3-4EAB-9644-997A2A356F3E}" destId="{DA144746-BFDA-4C1B-B712-D6641BE5CC7D}" srcOrd="1" destOrd="0" presId="urn:microsoft.com/office/officeart/2008/layout/LinedList"/>
    <dgm:cxn modelId="{3D4A5038-9784-4169-A99E-90FDDA156B57}" type="presParOf" srcId="{0DC9D6C9-3AC3-4EAB-9644-997A2A356F3E}" destId="{9993EBBC-4DFA-4041-962F-AE30921370F8}" srcOrd="2" destOrd="0" presId="urn:microsoft.com/office/officeart/2008/layout/LinedList"/>
    <dgm:cxn modelId="{56A8CE45-15DD-480F-8ADE-67678B7606F5}" type="presParOf" srcId="{B5998703-09EA-4B80-98AB-FA8C40A59AD5}" destId="{B05EF517-5485-46FC-BC80-F14054EAAEA2}" srcOrd="11" destOrd="0" presId="urn:microsoft.com/office/officeart/2008/layout/LinedList"/>
    <dgm:cxn modelId="{01116954-277A-40ED-B604-3B7B91C1ECB6}" type="presParOf" srcId="{B5998703-09EA-4B80-98AB-FA8C40A59AD5}" destId="{04F44F94-8E3A-47D1-82F9-100154400A0D}" srcOrd="12" destOrd="0" presId="urn:microsoft.com/office/officeart/2008/layout/LinedList"/>
    <dgm:cxn modelId="{6717822D-6225-4693-89AF-0D6FAB5DC988}" type="presParOf" srcId="{B5998703-09EA-4B80-98AB-FA8C40A59AD5}" destId="{A848B4DD-C095-4AFF-B5C0-868FA030FFD1}" srcOrd="13" destOrd="0" presId="urn:microsoft.com/office/officeart/2008/layout/LinedList"/>
    <dgm:cxn modelId="{436F8B11-AE5D-4689-ACA0-72650A39E98C}" type="presParOf" srcId="{A848B4DD-C095-4AFF-B5C0-868FA030FFD1}" destId="{F08FA985-A4D6-4BA8-9A4F-F41F4D733904}" srcOrd="0" destOrd="0" presId="urn:microsoft.com/office/officeart/2008/layout/LinedList"/>
    <dgm:cxn modelId="{E2A74CDF-21AC-4F4A-8252-B7A9E58EB05A}" type="presParOf" srcId="{A848B4DD-C095-4AFF-B5C0-868FA030FFD1}" destId="{9283E0C9-ED51-45BB-ACBF-AE8E093E03B3}" srcOrd="1" destOrd="0" presId="urn:microsoft.com/office/officeart/2008/layout/LinedList"/>
    <dgm:cxn modelId="{D1BD6ACB-9C02-4229-875C-7401CF93143F}" type="presParOf" srcId="{A848B4DD-C095-4AFF-B5C0-868FA030FFD1}" destId="{D00E5250-B616-4261-94B1-3B4777AF7C9A}" srcOrd="2" destOrd="0" presId="urn:microsoft.com/office/officeart/2008/layout/LinedList"/>
    <dgm:cxn modelId="{987AF7A1-CC63-42F4-A698-86E88656574E}" type="presParOf" srcId="{B5998703-09EA-4B80-98AB-FA8C40A59AD5}" destId="{4FADEEDE-6F0D-4082-A56F-F5EF2C17C857}" srcOrd="14" destOrd="0" presId="urn:microsoft.com/office/officeart/2008/layout/LinedList"/>
    <dgm:cxn modelId="{736FD820-4618-41A7-AC28-FDB0C1D8102A}" type="presParOf" srcId="{B5998703-09EA-4B80-98AB-FA8C40A59AD5}" destId="{642F1E92-7C35-4894-B72A-5482AC3E5B20}" srcOrd="15" destOrd="0" presId="urn:microsoft.com/office/officeart/2008/layout/LinedList"/>
    <dgm:cxn modelId="{416A7BD5-0C17-4E80-8CE9-EFDB4A7EDE90}" type="presParOf" srcId="{B5998703-09EA-4B80-98AB-FA8C40A59AD5}" destId="{47405F8B-0388-4960-88B8-41A684645667}" srcOrd="16" destOrd="0" presId="urn:microsoft.com/office/officeart/2008/layout/LinedList"/>
    <dgm:cxn modelId="{0B943B1F-9472-4E49-9E02-DE6BC31E84A0}" type="presParOf" srcId="{47405F8B-0388-4960-88B8-41A684645667}" destId="{808182F4-E308-418B-8EA2-2C65A735674C}" srcOrd="0" destOrd="0" presId="urn:microsoft.com/office/officeart/2008/layout/LinedList"/>
    <dgm:cxn modelId="{67443B7A-1505-4434-BE7D-EEE2A752B7B5}" type="presParOf" srcId="{47405F8B-0388-4960-88B8-41A684645667}" destId="{AC626C9F-47A2-424C-853C-0F0BD953FBB8}" srcOrd="1" destOrd="0" presId="urn:microsoft.com/office/officeart/2008/layout/LinedList"/>
    <dgm:cxn modelId="{4BA00B23-8289-4DC0-AA99-F4A3F413A12A}" type="presParOf" srcId="{47405F8B-0388-4960-88B8-41A684645667}" destId="{F82420FB-B59E-4C4D-8F37-DFFFF2E2EF6D}" srcOrd="2" destOrd="0" presId="urn:microsoft.com/office/officeart/2008/layout/LinedList"/>
    <dgm:cxn modelId="{E70E5336-5782-423C-BAE1-1209040CED20}" type="presParOf" srcId="{B5998703-09EA-4B80-98AB-FA8C40A59AD5}" destId="{D70CA308-9E77-4120-BC47-B4F779398A4F}" srcOrd="17" destOrd="0" presId="urn:microsoft.com/office/officeart/2008/layout/LinedList"/>
    <dgm:cxn modelId="{0E48486C-EBC6-415E-9C37-1187D4BB1AFE}" type="presParOf" srcId="{B5998703-09EA-4B80-98AB-FA8C40A59AD5}" destId="{5805AEFE-CB12-4307-8023-9EDE634155A9}" srcOrd="18" destOrd="0" presId="urn:microsoft.com/office/officeart/2008/layout/LinedList"/>
    <dgm:cxn modelId="{126BAB60-CDFE-4CDB-9411-0256430928B5}" type="presParOf" srcId="{B5998703-09EA-4B80-98AB-FA8C40A59AD5}" destId="{A99D0211-E591-4B48-A0E4-B3715A19C4F3}" srcOrd="19" destOrd="0" presId="urn:microsoft.com/office/officeart/2008/layout/LinedList"/>
    <dgm:cxn modelId="{3E9C2C75-880E-41C9-94DE-A143373C073A}" type="presParOf" srcId="{A99D0211-E591-4B48-A0E4-B3715A19C4F3}" destId="{3E433405-1CB8-4063-81BC-A09300210A04}" srcOrd="0" destOrd="0" presId="urn:microsoft.com/office/officeart/2008/layout/LinedList"/>
    <dgm:cxn modelId="{F0821BD2-600F-472E-998A-C2CBADC98ADC}" type="presParOf" srcId="{A99D0211-E591-4B48-A0E4-B3715A19C4F3}" destId="{8B3D8952-35E4-4CB7-9F51-27C900E0EE91}" srcOrd="1" destOrd="0" presId="urn:microsoft.com/office/officeart/2008/layout/LinedList"/>
    <dgm:cxn modelId="{DC63D80A-AD2E-4C5D-8B38-F68982F0ABF9}" type="presParOf" srcId="{A99D0211-E591-4B48-A0E4-B3715A19C4F3}" destId="{43BE71BB-BBCA-4C47-BBAE-67E7C3C3EDB0}" srcOrd="2" destOrd="0" presId="urn:microsoft.com/office/officeart/2008/layout/LinedList"/>
    <dgm:cxn modelId="{958207FC-672A-419B-ADC4-DE56894BEC1F}" type="presParOf" srcId="{B5998703-09EA-4B80-98AB-FA8C40A59AD5}" destId="{13E48BAA-761B-41F7-BAA0-62320252DD14}" srcOrd="20" destOrd="0" presId="urn:microsoft.com/office/officeart/2008/layout/LinedList"/>
    <dgm:cxn modelId="{97B7A3B7-844F-4D94-B9A9-0E0D1EB6A5B0}" type="presParOf" srcId="{B5998703-09EA-4B80-98AB-FA8C40A59AD5}" destId="{70DE3E62-1268-420A-8584-57D8F663C265}" srcOrd="21" destOrd="0" presId="urn:microsoft.com/office/officeart/2008/layout/LinedList"/>
    <dgm:cxn modelId="{BD2B1FB7-5342-43AD-8AD0-EFE79ECAD9FC}" type="presParOf" srcId="{B5998703-09EA-4B80-98AB-FA8C40A59AD5}" destId="{D7A85474-522C-4B83-88BA-29DD96C9C5CD}" srcOrd="22" destOrd="0" presId="urn:microsoft.com/office/officeart/2008/layout/LinedList"/>
    <dgm:cxn modelId="{363AE6B1-CCE5-40FD-A0E2-B11E183E2BA6}" type="presParOf" srcId="{D7A85474-522C-4B83-88BA-29DD96C9C5CD}" destId="{F4024895-29E1-41DD-ADD8-68A02A9BA369}" srcOrd="0" destOrd="0" presId="urn:microsoft.com/office/officeart/2008/layout/LinedList"/>
    <dgm:cxn modelId="{AD6C2DF4-FDBC-4B3C-A7A3-34F1135F5D08}" type="presParOf" srcId="{D7A85474-522C-4B83-88BA-29DD96C9C5CD}" destId="{4AE82A2B-41A9-489B-8D79-CFAF7C65B027}" srcOrd="1" destOrd="0" presId="urn:microsoft.com/office/officeart/2008/layout/LinedList"/>
    <dgm:cxn modelId="{C8299DEC-74E7-464E-9EBB-61AB00BE823D}" type="presParOf" srcId="{D7A85474-522C-4B83-88BA-29DD96C9C5CD}" destId="{270EE2EF-0A39-49FC-8E7C-F33520E71266}" srcOrd="2" destOrd="0" presId="urn:microsoft.com/office/officeart/2008/layout/LinedList"/>
    <dgm:cxn modelId="{BE17AFAD-9395-4B7A-A2AC-EFD85669F120}" type="presParOf" srcId="{B5998703-09EA-4B80-98AB-FA8C40A59AD5}" destId="{9F474EF8-4D0D-4872-A042-B90740FD6EFC}" srcOrd="23" destOrd="0" presId="urn:microsoft.com/office/officeart/2008/layout/LinedList"/>
    <dgm:cxn modelId="{5AE168C9-7504-4417-869A-65B85263FD8D}" type="presParOf" srcId="{B5998703-09EA-4B80-98AB-FA8C40A59AD5}" destId="{868A13C1-C3B8-47BA-8DC5-E3F4AF59DCEF}" srcOrd="24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723F88F-2A52-4274-AC61-A598438D85C1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47B27B5-E71D-4A92-A71A-150C109BB9EA}">
      <dgm:prSet/>
      <dgm:spPr/>
      <dgm:t>
        <a:bodyPr/>
        <a:lstStyle/>
        <a:p>
          <a:endParaRPr lang="en-US" dirty="0"/>
        </a:p>
      </dgm:t>
    </dgm:pt>
    <dgm:pt modelId="{57705CC1-BBF4-4CB5-9CBF-B9E8EA8CE8F5}" type="parTrans" cxnId="{CF3BF9FB-F817-412E-B4E6-8F433EAF92DE}">
      <dgm:prSet/>
      <dgm:spPr/>
      <dgm:t>
        <a:bodyPr/>
        <a:lstStyle/>
        <a:p>
          <a:endParaRPr lang="en-US"/>
        </a:p>
      </dgm:t>
    </dgm:pt>
    <dgm:pt modelId="{AC9EEC67-C512-450D-93F2-33A2E06FA5B9}" type="sibTrans" cxnId="{CF3BF9FB-F817-412E-B4E6-8F433EAF92DE}">
      <dgm:prSet/>
      <dgm:spPr/>
      <dgm:t>
        <a:bodyPr/>
        <a:lstStyle/>
        <a:p>
          <a:endParaRPr lang="en-US"/>
        </a:p>
      </dgm:t>
    </dgm:pt>
    <dgm:pt modelId="{C8AAE233-8D5F-4B2C-AD74-3409944372FC}">
      <dgm:prSet/>
      <dgm:spPr/>
      <dgm:t>
        <a:bodyPr/>
        <a:lstStyle/>
        <a:p>
          <a:r>
            <a:rPr lang="en-IN" dirty="0"/>
            <a:t>1.  Expand to more business pipelines and regions </a:t>
          </a:r>
          <a:endParaRPr lang="en-US" dirty="0"/>
        </a:p>
      </dgm:t>
    </dgm:pt>
    <dgm:pt modelId="{41F4AC30-9039-4466-A937-760A653A95DA}" type="parTrans" cxnId="{E3D9CDE8-685E-4184-AE33-0AAD3145948D}">
      <dgm:prSet/>
      <dgm:spPr/>
      <dgm:t>
        <a:bodyPr/>
        <a:lstStyle/>
        <a:p>
          <a:endParaRPr lang="en-US"/>
        </a:p>
      </dgm:t>
    </dgm:pt>
    <dgm:pt modelId="{477FF14A-13B1-4A10-A22C-EF488D3E6A30}" type="sibTrans" cxnId="{E3D9CDE8-685E-4184-AE33-0AAD3145948D}">
      <dgm:prSet/>
      <dgm:spPr/>
      <dgm:t>
        <a:bodyPr/>
        <a:lstStyle/>
        <a:p>
          <a:endParaRPr lang="en-US"/>
        </a:p>
      </dgm:t>
    </dgm:pt>
    <dgm:pt modelId="{5AF12BD4-0629-46DB-B0EC-7882DBFA1CEA}">
      <dgm:prSet/>
      <dgm:spPr/>
      <dgm:t>
        <a:bodyPr/>
        <a:lstStyle/>
        <a:p>
          <a:r>
            <a:rPr lang="en-IN" dirty="0"/>
            <a:t>2.  Predict potential failures and SLA breaches </a:t>
          </a:r>
          <a:endParaRPr lang="en-US" dirty="0"/>
        </a:p>
      </dgm:t>
    </dgm:pt>
    <dgm:pt modelId="{50BEDAB2-B5D0-491B-80D5-D5541AAC5FEE}" type="parTrans" cxnId="{48AEB595-39C0-44D1-8E84-2D158ABC4EF5}">
      <dgm:prSet/>
      <dgm:spPr/>
      <dgm:t>
        <a:bodyPr/>
        <a:lstStyle/>
        <a:p>
          <a:endParaRPr lang="en-US"/>
        </a:p>
      </dgm:t>
    </dgm:pt>
    <dgm:pt modelId="{B74FDDD6-8721-48FD-9CC7-A7C304CC584D}" type="sibTrans" cxnId="{48AEB595-39C0-44D1-8E84-2D158ABC4EF5}">
      <dgm:prSet/>
      <dgm:spPr/>
      <dgm:t>
        <a:bodyPr/>
        <a:lstStyle/>
        <a:p>
          <a:endParaRPr lang="en-US"/>
        </a:p>
      </dgm:t>
    </dgm:pt>
    <dgm:pt modelId="{A0715052-46B0-4880-B5BC-001FD83C9888}">
      <dgm:prSet/>
      <dgm:spPr/>
      <dgm:t>
        <a:bodyPr/>
        <a:lstStyle/>
        <a:p>
          <a:r>
            <a:rPr lang="en-IN" dirty="0"/>
            <a:t>3.  Increase proactive issue detection </a:t>
          </a:r>
          <a:endParaRPr lang="en-US" dirty="0"/>
        </a:p>
      </dgm:t>
    </dgm:pt>
    <dgm:pt modelId="{D5CFE532-1D41-4871-918F-359F51E8FF68}" type="parTrans" cxnId="{FC6AA219-5BDA-4572-BD55-A559638157CC}">
      <dgm:prSet/>
      <dgm:spPr/>
      <dgm:t>
        <a:bodyPr/>
        <a:lstStyle/>
        <a:p>
          <a:endParaRPr lang="en-US"/>
        </a:p>
      </dgm:t>
    </dgm:pt>
    <dgm:pt modelId="{B2609CCC-E54C-423C-A232-DDF35F35AF60}" type="sibTrans" cxnId="{FC6AA219-5BDA-4572-BD55-A559638157CC}">
      <dgm:prSet/>
      <dgm:spPr/>
      <dgm:t>
        <a:bodyPr/>
        <a:lstStyle/>
        <a:p>
          <a:endParaRPr lang="en-US"/>
        </a:p>
      </dgm:t>
    </dgm:pt>
    <dgm:pt modelId="{C05771B7-B1A6-4F97-B541-3BB7B90084AC}">
      <dgm:prSet/>
      <dgm:spPr/>
      <dgm:t>
        <a:bodyPr/>
        <a:lstStyle/>
        <a:p>
          <a:r>
            <a:rPr lang="en-IN" dirty="0"/>
            <a:t>4.  Expand business self-service capabilities </a:t>
          </a:r>
          <a:endParaRPr lang="en-US" dirty="0"/>
        </a:p>
      </dgm:t>
    </dgm:pt>
    <dgm:pt modelId="{BB171199-16DA-4C0D-AD1B-75D2469DF211}" type="parTrans" cxnId="{A16C7182-9614-48EF-80B4-B2CAEA7C00DB}">
      <dgm:prSet/>
      <dgm:spPr/>
      <dgm:t>
        <a:bodyPr/>
        <a:lstStyle/>
        <a:p>
          <a:endParaRPr lang="en-US"/>
        </a:p>
      </dgm:t>
    </dgm:pt>
    <dgm:pt modelId="{0A6CD084-0768-442F-8F48-F1382BF54AB8}" type="sibTrans" cxnId="{A16C7182-9614-48EF-80B4-B2CAEA7C00DB}">
      <dgm:prSet/>
      <dgm:spPr/>
      <dgm:t>
        <a:bodyPr/>
        <a:lstStyle/>
        <a:p>
          <a:endParaRPr lang="en-US"/>
        </a:p>
      </dgm:t>
    </dgm:pt>
    <dgm:pt modelId="{1D1193B0-E8DC-4FFB-8DF0-F0404427A6FF}">
      <dgm:prSet/>
      <dgm:spPr/>
      <dgm:t>
        <a:bodyPr/>
        <a:lstStyle/>
        <a:p>
          <a:r>
            <a:rPr lang="en-IN" dirty="0"/>
            <a:t>5.  Automate more repetitive operational activities </a:t>
          </a:r>
          <a:endParaRPr lang="en-US" dirty="0"/>
        </a:p>
      </dgm:t>
    </dgm:pt>
    <dgm:pt modelId="{822B81DF-44FE-46B2-B2B0-7B8E8B18D363}" type="parTrans" cxnId="{B31E2ECB-0D0D-48E8-A37D-FDADFBA5B64B}">
      <dgm:prSet/>
      <dgm:spPr/>
      <dgm:t>
        <a:bodyPr/>
        <a:lstStyle/>
        <a:p>
          <a:endParaRPr lang="en-US"/>
        </a:p>
      </dgm:t>
    </dgm:pt>
    <dgm:pt modelId="{10840676-1463-45CF-9B33-20E3BB7EABB5}" type="sibTrans" cxnId="{B31E2ECB-0D0D-48E8-A37D-FDADFBA5B64B}">
      <dgm:prSet/>
      <dgm:spPr/>
      <dgm:t>
        <a:bodyPr/>
        <a:lstStyle/>
        <a:p>
          <a:endParaRPr lang="en-US"/>
        </a:p>
      </dgm:t>
    </dgm:pt>
    <dgm:pt modelId="{B7E57BA2-40F1-4E94-8990-F155AE2BFDD5}">
      <dgm:prSet/>
      <dgm:spPr/>
      <dgm:t>
        <a:bodyPr/>
        <a:lstStyle/>
        <a:p>
          <a:r>
            <a:rPr lang="en-IN" dirty="0"/>
            <a:t>6.  Extend across Sales, Supply Chain, Finance and Manufacturing </a:t>
          </a:r>
          <a:endParaRPr lang="en-US" dirty="0"/>
        </a:p>
      </dgm:t>
    </dgm:pt>
    <dgm:pt modelId="{B41FD665-A43C-4BF3-B000-FA8E8999C28E}" type="parTrans" cxnId="{206FC023-DDF2-4EEB-BC97-A9D6A5C2E804}">
      <dgm:prSet/>
      <dgm:spPr/>
      <dgm:t>
        <a:bodyPr/>
        <a:lstStyle/>
        <a:p>
          <a:endParaRPr lang="en-US"/>
        </a:p>
      </dgm:t>
    </dgm:pt>
    <dgm:pt modelId="{D8FC1ED4-8C50-4D10-9B29-DF0D76031466}" type="sibTrans" cxnId="{206FC023-DDF2-4EEB-BC97-A9D6A5C2E804}">
      <dgm:prSet/>
      <dgm:spPr/>
      <dgm:t>
        <a:bodyPr/>
        <a:lstStyle/>
        <a:p>
          <a:endParaRPr lang="en-US"/>
        </a:p>
      </dgm:t>
    </dgm:pt>
    <dgm:pt modelId="{823D13F2-F075-45D1-A294-EE728077AB03}">
      <dgm:prSet/>
      <dgm:spPr/>
      <dgm:t>
        <a:bodyPr/>
        <a:lstStyle/>
        <a:p>
          <a:r>
            <a:rPr lang="en-IN" dirty="0"/>
            <a:t>7.  Provide business impact and dependency visibility</a:t>
          </a:r>
          <a:endParaRPr lang="en-US" dirty="0"/>
        </a:p>
      </dgm:t>
    </dgm:pt>
    <dgm:pt modelId="{4D422F0B-4ACB-4654-AE40-E37901C3B5BA}" type="parTrans" cxnId="{A59F4974-9FBE-4214-B357-B8A283678B7E}">
      <dgm:prSet/>
      <dgm:spPr/>
      <dgm:t>
        <a:bodyPr/>
        <a:lstStyle/>
        <a:p>
          <a:endParaRPr lang="en-US"/>
        </a:p>
      </dgm:t>
    </dgm:pt>
    <dgm:pt modelId="{ECC7A7D0-A0EC-44D7-982B-E4112B3DDD66}" type="sibTrans" cxnId="{A59F4974-9FBE-4214-B357-B8A283678B7E}">
      <dgm:prSet/>
      <dgm:spPr/>
      <dgm:t>
        <a:bodyPr/>
        <a:lstStyle/>
        <a:p>
          <a:endParaRPr lang="en-US"/>
        </a:p>
      </dgm:t>
    </dgm:pt>
    <dgm:pt modelId="{B8319644-592C-4345-B02C-A43C414E6A9C}" type="pres">
      <dgm:prSet presAssocID="{4723F88F-2A52-4274-AC61-A598438D85C1}" presName="vert0" presStyleCnt="0">
        <dgm:presLayoutVars>
          <dgm:dir/>
          <dgm:animOne val="branch"/>
          <dgm:animLvl val="lvl"/>
        </dgm:presLayoutVars>
      </dgm:prSet>
      <dgm:spPr/>
    </dgm:pt>
    <dgm:pt modelId="{FC5E0079-DC38-4AB5-AD9A-D295F3E2B62B}" type="pres">
      <dgm:prSet presAssocID="{747B27B5-E71D-4A92-A71A-150C109BB9EA}" presName="thickLine" presStyleLbl="alignNode1" presStyleIdx="0" presStyleCnt="1"/>
      <dgm:spPr/>
    </dgm:pt>
    <dgm:pt modelId="{9BA7C1F6-E195-44CE-8086-A7718471B856}" type="pres">
      <dgm:prSet presAssocID="{747B27B5-E71D-4A92-A71A-150C109BB9EA}" presName="horz1" presStyleCnt="0"/>
      <dgm:spPr/>
    </dgm:pt>
    <dgm:pt modelId="{99E0BEDC-F9B6-47C4-B724-49DA79602ED2}" type="pres">
      <dgm:prSet presAssocID="{747B27B5-E71D-4A92-A71A-150C109BB9EA}" presName="tx1" presStyleLbl="revTx" presStyleIdx="0" presStyleCnt="8"/>
      <dgm:spPr/>
    </dgm:pt>
    <dgm:pt modelId="{5D69FD8A-E488-494A-841C-6E4410103994}" type="pres">
      <dgm:prSet presAssocID="{747B27B5-E71D-4A92-A71A-150C109BB9EA}" presName="vert1" presStyleCnt="0"/>
      <dgm:spPr/>
    </dgm:pt>
    <dgm:pt modelId="{2DAD3C47-3C9B-4035-A75E-FF8E08D50C8E}" type="pres">
      <dgm:prSet presAssocID="{C8AAE233-8D5F-4B2C-AD74-3409944372FC}" presName="vertSpace2a" presStyleCnt="0"/>
      <dgm:spPr/>
    </dgm:pt>
    <dgm:pt modelId="{8A9245DB-1B2F-4752-B7C7-3B1E762C051E}" type="pres">
      <dgm:prSet presAssocID="{C8AAE233-8D5F-4B2C-AD74-3409944372FC}" presName="horz2" presStyleCnt="0"/>
      <dgm:spPr/>
    </dgm:pt>
    <dgm:pt modelId="{2B9DCAE1-2958-478A-A0F1-94C592B4CBF5}" type="pres">
      <dgm:prSet presAssocID="{C8AAE233-8D5F-4B2C-AD74-3409944372FC}" presName="horzSpace2" presStyleCnt="0"/>
      <dgm:spPr/>
    </dgm:pt>
    <dgm:pt modelId="{F50497DE-4B63-40BD-98DB-94277F05B549}" type="pres">
      <dgm:prSet presAssocID="{C8AAE233-8D5F-4B2C-AD74-3409944372FC}" presName="tx2" presStyleLbl="revTx" presStyleIdx="1" presStyleCnt="8"/>
      <dgm:spPr/>
    </dgm:pt>
    <dgm:pt modelId="{6DF37167-8DE1-4BF5-8CEA-DD377A53865D}" type="pres">
      <dgm:prSet presAssocID="{C8AAE233-8D5F-4B2C-AD74-3409944372FC}" presName="vert2" presStyleCnt="0"/>
      <dgm:spPr/>
    </dgm:pt>
    <dgm:pt modelId="{294003DA-F25B-4802-9433-3801585269CD}" type="pres">
      <dgm:prSet presAssocID="{C8AAE233-8D5F-4B2C-AD74-3409944372FC}" presName="thinLine2b" presStyleLbl="callout" presStyleIdx="0" presStyleCnt="7"/>
      <dgm:spPr/>
    </dgm:pt>
    <dgm:pt modelId="{F8A78032-52FE-419D-8F30-27722353B0D5}" type="pres">
      <dgm:prSet presAssocID="{C8AAE233-8D5F-4B2C-AD74-3409944372FC}" presName="vertSpace2b" presStyleCnt="0"/>
      <dgm:spPr/>
    </dgm:pt>
    <dgm:pt modelId="{0E15670E-74FB-491E-9A01-D7B7590101A6}" type="pres">
      <dgm:prSet presAssocID="{5AF12BD4-0629-46DB-B0EC-7882DBFA1CEA}" presName="horz2" presStyleCnt="0"/>
      <dgm:spPr/>
    </dgm:pt>
    <dgm:pt modelId="{0BFD1EF8-5D2E-44A6-B6D0-1CF5EE3D2868}" type="pres">
      <dgm:prSet presAssocID="{5AF12BD4-0629-46DB-B0EC-7882DBFA1CEA}" presName="horzSpace2" presStyleCnt="0"/>
      <dgm:spPr/>
    </dgm:pt>
    <dgm:pt modelId="{392486F2-569A-46EE-8D2F-2C58FDEB63E9}" type="pres">
      <dgm:prSet presAssocID="{5AF12BD4-0629-46DB-B0EC-7882DBFA1CEA}" presName="tx2" presStyleLbl="revTx" presStyleIdx="2" presStyleCnt="8"/>
      <dgm:spPr/>
    </dgm:pt>
    <dgm:pt modelId="{9A18A3E4-2AF9-4AF5-BBE5-3B2A9BC2A26D}" type="pres">
      <dgm:prSet presAssocID="{5AF12BD4-0629-46DB-B0EC-7882DBFA1CEA}" presName="vert2" presStyleCnt="0"/>
      <dgm:spPr/>
    </dgm:pt>
    <dgm:pt modelId="{6ED1DCF8-F232-4870-9F8B-C41A9DA3CD06}" type="pres">
      <dgm:prSet presAssocID="{5AF12BD4-0629-46DB-B0EC-7882DBFA1CEA}" presName="thinLine2b" presStyleLbl="callout" presStyleIdx="1" presStyleCnt="7"/>
      <dgm:spPr/>
    </dgm:pt>
    <dgm:pt modelId="{2A644E08-0A8A-4601-A773-A6AEB6504930}" type="pres">
      <dgm:prSet presAssocID="{5AF12BD4-0629-46DB-B0EC-7882DBFA1CEA}" presName="vertSpace2b" presStyleCnt="0"/>
      <dgm:spPr/>
    </dgm:pt>
    <dgm:pt modelId="{9257F650-5C8F-4D16-91ED-2A8A580C0761}" type="pres">
      <dgm:prSet presAssocID="{A0715052-46B0-4880-B5BC-001FD83C9888}" presName="horz2" presStyleCnt="0"/>
      <dgm:spPr/>
    </dgm:pt>
    <dgm:pt modelId="{35FA9E56-6642-468E-8280-2874C5F3531A}" type="pres">
      <dgm:prSet presAssocID="{A0715052-46B0-4880-B5BC-001FD83C9888}" presName="horzSpace2" presStyleCnt="0"/>
      <dgm:spPr/>
    </dgm:pt>
    <dgm:pt modelId="{EB695232-964C-48FB-A865-26EDC48029FA}" type="pres">
      <dgm:prSet presAssocID="{A0715052-46B0-4880-B5BC-001FD83C9888}" presName="tx2" presStyleLbl="revTx" presStyleIdx="3" presStyleCnt="8"/>
      <dgm:spPr/>
    </dgm:pt>
    <dgm:pt modelId="{B37A153E-3FEA-478D-93C9-00DEC5379826}" type="pres">
      <dgm:prSet presAssocID="{A0715052-46B0-4880-B5BC-001FD83C9888}" presName="vert2" presStyleCnt="0"/>
      <dgm:spPr/>
    </dgm:pt>
    <dgm:pt modelId="{E1A9E42C-57B2-4278-8AD3-F07FB7F1ACFC}" type="pres">
      <dgm:prSet presAssocID="{A0715052-46B0-4880-B5BC-001FD83C9888}" presName="thinLine2b" presStyleLbl="callout" presStyleIdx="2" presStyleCnt="7"/>
      <dgm:spPr/>
    </dgm:pt>
    <dgm:pt modelId="{003A8BF5-0246-4697-9A4E-B3B5EC494B64}" type="pres">
      <dgm:prSet presAssocID="{A0715052-46B0-4880-B5BC-001FD83C9888}" presName="vertSpace2b" presStyleCnt="0"/>
      <dgm:spPr/>
    </dgm:pt>
    <dgm:pt modelId="{FE7574F6-EB2F-4ACC-AEE9-DE1BB353839C}" type="pres">
      <dgm:prSet presAssocID="{C05771B7-B1A6-4F97-B541-3BB7B90084AC}" presName="horz2" presStyleCnt="0"/>
      <dgm:spPr/>
    </dgm:pt>
    <dgm:pt modelId="{7CFC259E-9411-4A73-85B5-183F73B77C3E}" type="pres">
      <dgm:prSet presAssocID="{C05771B7-B1A6-4F97-B541-3BB7B90084AC}" presName="horzSpace2" presStyleCnt="0"/>
      <dgm:spPr/>
    </dgm:pt>
    <dgm:pt modelId="{312CF90F-0C7A-4BA7-B391-E2B717DA7050}" type="pres">
      <dgm:prSet presAssocID="{C05771B7-B1A6-4F97-B541-3BB7B90084AC}" presName="tx2" presStyleLbl="revTx" presStyleIdx="4" presStyleCnt="8"/>
      <dgm:spPr/>
    </dgm:pt>
    <dgm:pt modelId="{75F73A5E-699B-441F-A027-0A44C0579761}" type="pres">
      <dgm:prSet presAssocID="{C05771B7-B1A6-4F97-B541-3BB7B90084AC}" presName="vert2" presStyleCnt="0"/>
      <dgm:spPr/>
    </dgm:pt>
    <dgm:pt modelId="{580C0DE1-F6DD-4D17-B648-ED91351ABE89}" type="pres">
      <dgm:prSet presAssocID="{C05771B7-B1A6-4F97-B541-3BB7B90084AC}" presName="thinLine2b" presStyleLbl="callout" presStyleIdx="3" presStyleCnt="7"/>
      <dgm:spPr/>
    </dgm:pt>
    <dgm:pt modelId="{B4DADBF6-A2FF-4091-8F38-3D5663F1DD91}" type="pres">
      <dgm:prSet presAssocID="{C05771B7-B1A6-4F97-B541-3BB7B90084AC}" presName="vertSpace2b" presStyleCnt="0"/>
      <dgm:spPr/>
    </dgm:pt>
    <dgm:pt modelId="{EA0310E6-9F8C-4F59-8D60-AC03905DF499}" type="pres">
      <dgm:prSet presAssocID="{1D1193B0-E8DC-4FFB-8DF0-F0404427A6FF}" presName="horz2" presStyleCnt="0"/>
      <dgm:spPr/>
    </dgm:pt>
    <dgm:pt modelId="{45808593-D2B2-4DE2-A623-6807AF4497F8}" type="pres">
      <dgm:prSet presAssocID="{1D1193B0-E8DC-4FFB-8DF0-F0404427A6FF}" presName="horzSpace2" presStyleCnt="0"/>
      <dgm:spPr/>
    </dgm:pt>
    <dgm:pt modelId="{70F14F7D-29C2-4690-BC56-B85025067A66}" type="pres">
      <dgm:prSet presAssocID="{1D1193B0-E8DC-4FFB-8DF0-F0404427A6FF}" presName="tx2" presStyleLbl="revTx" presStyleIdx="5" presStyleCnt="8"/>
      <dgm:spPr/>
    </dgm:pt>
    <dgm:pt modelId="{D11ADC63-69AD-44BF-AFE2-E2C4EB34BB53}" type="pres">
      <dgm:prSet presAssocID="{1D1193B0-E8DC-4FFB-8DF0-F0404427A6FF}" presName="vert2" presStyleCnt="0"/>
      <dgm:spPr/>
    </dgm:pt>
    <dgm:pt modelId="{C4ED49D6-B3F9-4BB3-B5B0-36CCC15E212A}" type="pres">
      <dgm:prSet presAssocID="{1D1193B0-E8DC-4FFB-8DF0-F0404427A6FF}" presName="thinLine2b" presStyleLbl="callout" presStyleIdx="4" presStyleCnt="7"/>
      <dgm:spPr/>
    </dgm:pt>
    <dgm:pt modelId="{2CE4DF5C-DB17-4E0F-93E0-77441DDEC3D6}" type="pres">
      <dgm:prSet presAssocID="{1D1193B0-E8DC-4FFB-8DF0-F0404427A6FF}" presName="vertSpace2b" presStyleCnt="0"/>
      <dgm:spPr/>
    </dgm:pt>
    <dgm:pt modelId="{66EEEE67-CB31-4A20-9F65-46D0CBB44D36}" type="pres">
      <dgm:prSet presAssocID="{B7E57BA2-40F1-4E94-8990-F155AE2BFDD5}" presName="horz2" presStyleCnt="0"/>
      <dgm:spPr/>
    </dgm:pt>
    <dgm:pt modelId="{21539442-1C16-434F-9B61-64EC45AC8A24}" type="pres">
      <dgm:prSet presAssocID="{B7E57BA2-40F1-4E94-8990-F155AE2BFDD5}" presName="horzSpace2" presStyleCnt="0"/>
      <dgm:spPr/>
    </dgm:pt>
    <dgm:pt modelId="{08F0909D-9F70-4428-BD03-6985A4F55CCA}" type="pres">
      <dgm:prSet presAssocID="{B7E57BA2-40F1-4E94-8990-F155AE2BFDD5}" presName="tx2" presStyleLbl="revTx" presStyleIdx="6" presStyleCnt="8"/>
      <dgm:spPr/>
    </dgm:pt>
    <dgm:pt modelId="{E17196BB-06CE-4A8F-A52C-AE4963166BDF}" type="pres">
      <dgm:prSet presAssocID="{B7E57BA2-40F1-4E94-8990-F155AE2BFDD5}" presName="vert2" presStyleCnt="0"/>
      <dgm:spPr/>
    </dgm:pt>
    <dgm:pt modelId="{54BE36E3-CACA-4F47-A759-63F5273B4A30}" type="pres">
      <dgm:prSet presAssocID="{B7E57BA2-40F1-4E94-8990-F155AE2BFDD5}" presName="thinLine2b" presStyleLbl="callout" presStyleIdx="5" presStyleCnt="7"/>
      <dgm:spPr/>
    </dgm:pt>
    <dgm:pt modelId="{7865C57A-4476-474E-99E0-10AD0501D8C4}" type="pres">
      <dgm:prSet presAssocID="{B7E57BA2-40F1-4E94-8990-F155AE2BFDD5}" presName="vertSpace2b" presStyleCnt="0"/>
      <dgm:spPr/>
    </dgm:pt>
    <dgm:pt modelId="{07B42E34-DCC0-4C76-B62C-FB693E1FA491}" type="pres">
      <dgm:prSet presAssocID="{823D13F2-F075-45D1-A294-EE728077AB03}" presName="horz2" presStyleCnt="0"/>
      <dgm:spPr/>
    </dgm:pt>
    <dgm:pt modelId="{2DD50136-8972-43FC-BEE0-21C03582C365}" type="pres">
      <dgm:prSet presAssocID="{823D13F2-F075-45D1-A294-EE728077AB03}" presName="horzSpace2" presStyleCnt="0"/>
      <dgm:spPr/>
    </dgm:pt>
    <dgm:pt modelId="{B0037F99-C48A-4D21-9A8D-C235B761F73B}" type="pres">
      <dgm:prSet presAssocID="{823D13F2-F075-45D1-A294-EE728077AB03}" presName="tx2" presStyleLbl="revTx" presStyleIdx="7" presStyleCnt="8"/>
      <dgm:spPr/>
    </dgm:pt>
    <dgm:pt modelId="{D49A7401-78B5-4E5C-9282-2999704549D6}" type="pres">
      <dgm:prSet presAssocID="{823D13F2-F075-45D1-A294-EE728077AB03}" presName="vert2" presStyleCnt="0"/>
      <dgm:spPr/>
    </dgm:pt>
    <dgm:pt modelId="{30445A58-9D03-440D-AAE9-C7A74B773D48}" type="pres">
      <dgm:prSet presAssocID="{823D13F2-F075-45D1-A294-EE728077AB03}" presName="thinLine2b" presStyleLbl="callout" presStyleIdx="6" presStyleCnt="7"/>
      <dgm:spPr/>
    </dgm:pt>
    <dgm:pt modelId="{51EC0FC2-B48D-4523-BF61-BB6E0BE5C14C}" type="pres">
      <dgm:prSet presAssocID="{823D13F2-F075-45D1-A294-EE728077AB03}" presName="vertSpace2b" presStyleCnt="0"/>
      <dgm:spPr/>
    </dgm:pt>
  </dgm:ptLst>
  <dgm:cxnLst>
    <dgm:cxn modelId="{FC6AA219-5BDA-4572-BD55-A559638157CC}" srcId="{747B27B5-E71D-4A92-A71A-150C109BB9EA}" destId="{A0715052-46B0-4880-B5BC-001FD83C9888}" srcOrd="2" destOrd="0" parTransId="{D5CFE532-1D41-4871-918F-359F51E8FF68}" sibTransId="{B2609CCC-E54C-423C-A232-DDF35F35AF60}"/>
    <dgm:cxn modelId="{206FC023-DDF2-4EEB-BC97-A9D6A5C2E804}" srcId="{747B27B5-E71D-4A92-A71A-150C109BB9EA}" destId="{B7E57BA2-40F1-4E94-8990-F155AE2BFDD5}" srcOrd="5" destOrd="0" parTransId="{B41FD665-A43C-4BF3-B000-FA8E8999C28E}" sibTransId="{D8FC1ED4-8C50-4D10-9B29-DF0D76031466}"/>
    <dgm:cxn modelId="{4427F425-5971-4D35-B6FC-2E7074502B2F}" type="presOf" srcId="{C8AAE233-8D5F-4B2C-AD74-3409944372FC}" destId="{F50497DE-4B63-40BD-98DB-94277F05B549}" srcOrd="0" destOrd="0" presId="urn:microsoft.com/office/officeart/2008/layout/LinedList"/>
    <dgm:cxn modelId="{ECBE3529-C509-45BF-B2FB-9783D4A068D9}" type="presOf" srcId="{B7E57BA2-40F1-4E94-8990-F155AE2BFDD5}" destId="{08F0909D-9F70-4428-BD03-6985A4F55CCA}" srcOrd="0" destOrd="0" presId="urn:microsoft.com/office/officeart/2008/layout/LinedList"/>
    <dgm:cxn modelId="{3786A931-C247-4745-9680-28C255CA6DFC}" type="presOf" srcId="{A0715052-46B0-4880-B5BC-001FD83C9888}" destId="{EB695232-964C-48FB-A865-26EDC48029FA}" srcOrd="0" destOrd="0" presId="urn:microsoft.com/office/officeart/2008/layout/LinedList"/>
    <dgm:cxn modelId="{02C6943F-FB94-400F-B6C1-0F51FE372F62}" type="presOf" srcId="{1D1193B0-E8DC-4FFB-8DF0-F0404427A6FF}" destId="{70F14F7D-29C2-4690-BC56-B85025067A66}" srcOrd="0" destOrd="0" presId="urn:microsoft.com/office/officeart/2008/layout/LinedList"/>
    <dgm:cxn modelId="{FD918973-5E7D-4FFC-9D90-D0D27F7ED4E7}" type="presOf" srcId="{823D13F2-F075-45D1-A294-EE728077AB03}" destId="{B0037F99-C48A-4D21-9A8D-C235B761F73B}" srcOrd="0" destOrd="0" presId="urn:microsoft.com/office/officeart/2008/layout/LinedList"/>
    <dgm:cxn modelId="{A59F4974-9FBE-4214-B357-B8A283678B7E}" srcId="{747B27B5-E71D-4A92-A71A-150C109BB9EA}" destId="{823D13F2-F075-45D1-A294-EE728077AB03}" srcOrd="6" destOrd="0" parTransId="{4D422F0B-4ACB-4654-AE40-E37901C3B5BA}" sibTransId="{ECC7A7D0-A0EC-44D7-982B-E4112B3DDD66}"/>
    <dgm:cxn modelId="{A16C7182-9614-48EF-80B4-B2CAEA7C00DB}" srcId="{747B27B5-E71D-4A92-A71A-150C109BB9EA}" destId="{C05771B7-B1A6-4F97-B541-3BB7B90084AC}" srcOrd="3" destOrd="0" parTransId="{BB171199-16DA-4C0D-AD1B-75D2469DF211}" sibTransId="{0A6CD084-0768-442F-8F48-F1382BF54AB8}"/>
    <dgm:cxn modelId="{19FBBC93-87AB-48D5-893C-BF581777315E}" type="presOf" srcId="{5AF12BD4-0629-46DB-B0EC-7882DBFA1CEA}" destId="{392486F2-569A-46EE-8D2F-2C58FDEB63E9}" srcOrd="0" destOrd="0" presId="urn:microsoft.com/office/officeart/2008/layout/LinedList"/>
    <dgm:cxn modelId="{48AEB595-39C0-44D1-8E84-2D158ABC4EF5}" srcId="{747B27B5-E71D-4A92-A71A-150C109BB9EA}" destId="{5AF12BD4-0629-46DB-B0EC-7882DBFA1CEA}" srcOrd="1" destOrd="0" parTransId="{50BEDAB2-B5D0-491B-80D5-D5541AAC5FEE}" sibTransId="{B74FDDD6-8721-48FD-9CC7-A7C304CC584D}"/>
    <dgm:cxn modelId="{C0F46AC0-3424-4E51-BF23-4FE561237300}" type="presOf" srcId="{C05771B7-B1A6-4F97-B541-3BB7B90084AC}" destId="{312CF90F-0C7A-4BA7-B391-E2B717DA7050}" srcOrd="0" destOrd="0" presId="urn:microsoft.com/office/officeart/2008/layout/LinedList"/>
    <dgm:cxn modelId="{B31E2ECB-0D0D-48E8-A37D-FDADFBA5B64B}" srcId="{747B27B5-E71D-4A92-A71A-150C109BB9EA}" destId="{1D1193B0-E8DC-4FFB-8DF0-F0404427A6FF}" srcOrd="4" destOrd="0" parTransId="{822B81DF-44FE-46B2-B2B0-7B8E8B18D363}" sibTransId="{10840676-1463-45CF-9B33-20E3BB7EABB5}"/>
    <dgm:cxn modelId="{968752E3-CF82-4C5D-8DF5-6E1F5E315061}" type="presOf" srcId="{747B27B5-E71D-4A92-A71A-150C109BB9EA}" destId="{99E0BEDC-F9B6-47C4-B724-49DA79602ED2}" srcOrd="0" destOrd="0" presId="urn:microsoft.com/office/officeart/2008/layout/LinedList"/>
    <dgm:cxn modelId="{CE465BE7-E90C-4E6B-91B2-D75C6397D8C8}" type="presOf" srcId="{4723F88F-2A52-4274-AC61-A598438D85C1}" destId="{B8319644-592C-4345-B02C-A43C414E6A9C}" srcOrd="0" destOrd="0" presId="urn:microsoft.com/office/officeart/2008/layout/LinedList"/>
    <dgm:cxn modelId="{E3D9CDE8-685E-4184-AE33-0AAD3145948D}" srcId="{747B27B5-E71D-4A92-A71A-150C109BB9EA}" destId="{C8AAE233-8D5F-4B2C-AD74-3409944372FC}" srcOrd="0" destOrd="0" parTransId="{41F4AC30-9039-4466-A937-760A653A95DA}" sibTransId="{477FF14A-13B1-4A10-A22C-EF488D3E6A30}"/>
    <dgm:cxn modelId="{CF3BF9FB-F817-412E-B4E6-8F433EAF92DE}" srcId="{4723F88F-2A52-4274-AC61-A598438D85C1}" destId="{747B27B5-E71D-4A92-A71A-150C109BB9EA}" srcOrd="0" destOrd="0" parTransId="{57705CC1-BBF4-4CB5-9CBF-B9E8EA8CE8F5}" sibTransId="{AC9EEC67-C512-450D-93F2-33A2E06FA5B9}"/>
    <dgm:cxn modelId="{204CC355-167C-4769-BB85-EB43713DC020}" type="presParOf" srcId="{B8319644-592C-4345-B02C-A43C414E6A9C}" destId="{FC5E0079-DC38-4AB5-AD9A-D295F3E2B62B}" srcOrd="0" destOrd="0" presId="urn:microsoft.com/office/officeart/2008/layout/LinedList"/>
    <dgm:cxn modelId="{8BB4AA21-FC65-4E28-842F-7E1C2E0CF2FC}" type="presParOf" srcId="{B8319644-592C-4345-B02C-A43C414E6A9C}" destId="{9BA7C1F6-E195-44CE-8086-A7718471B856}" srcOrd="1" destOrd="0" presId="urn:microsoft.com/office/officeart/2008/layout/LinedList"/>
    <dgm:cxn modelId="{2BADFF29-EDF8-4D85-A2AD-14A89D778338}" type="presParOf" srcId="{9BA7C1F6-E195-44CE-8086-A7718471B856}" destId="{99E0BEDC-F9B6-47C4-B724-49DA79602ED2}" srcOrd="0" destOrd="0" presId="urn:microsoft.com/office/officeart/2008/layout/LinedList"/>
    <dgm:cxn modelId="{521AE610-4E68-46E4-B080-7B0C77BB165C}" type="presParOf" srcId="{9BA7C1F6-E195-44CE-8086-A7718471B856}" destId="{5D69FD8A-E488-494A-841C-6E4410103994}" srcOrd="1" destOrd="0" presId="urn:microsoft.com/office/officeart/2008/layout/LinedList"/>
    <dgm:cxn modelId="{E9B3310E-C6CF-4008-8861-3FAF8105D393}" type="presParOf" srcId="{5D69FD8A-E488-494A-841C-6E4410103994}" destId="{2DAD3C47-3C9B-4035-A75E-FF8E08D50C8E}" srcOrd="0" destOrd="0" presId="urn:microsoft.com/office/officeart/2008/layout/LinedList"/>
    <dgm:cxn modelId="{CFC74D97-AFD5-4E77-9973-F1A424A6D726}" type="presParOf" srcId="{5D69FD8A-E488-494A-841C-6E4410103994}" destId="{8A9245DB-1B2F-4752-B7C7-3B1E762C051E}" srcOrd="1" destOrd="0" presId="urn:microsoft.com/office/officeart/2008/layout/LinedList"/>
    <dgm:cxn modelId="{86911965-7C30-4691-8437-078AEC357E21}" type="presParOf" srcId="{8A9245DB-1B2F-4752-B7C7-3B1E762C051E}" destId="{2B9DCAE1-2958-478A-A0F1-94C592B4CBF5}" srcOrd="0" destOrd="0" presId="urn:microsoft.com/office/officeart/2008/layout/LinedList"/>
    <dgm:cxn modelId="{38E89F60-6C10-432A-8AAA-91E65D0D2985}" type="presParOf" srcId="{8A9245DB-1B2F-4752-B7C7-3B1E762C051E}" destId="{F50497DE-4B63-40BD-98DB-94277F05B549}" srcOrd="1" destOrd="0" presId="urn:microsoft.com/office/officeart/2008/layout/LinedList"/>
    <dgm:cxn modelId="{6599D99F-66DD-4D33-BF33-814E421CF7A1}" type="presParOf" srcId="{8A9245DB-1B2F-4752-B7C7-3B1E762C051E}" destId="{6DF37167-8DE1-4BF5-8CEA-DD377A53865D}" srcOrd="2" destOrd="0" presId="urn:microsoft.com/office/officeart/2008/layout/LinedList"/>
    <dgm:cxn modelId="{D5E3AD85-B01B-429D-A7CC-A6CC8A17123F}" type="presParOf" srcId="{5D69FD8A-E488-494A-841C-6E4410103994}" destId="{294003DA-F25B-4802-9433-3801585269CD}" srcOrd="2" destOrd="0" presId="urn:microsoft.com/office/officeart/2008/layout/LinedList"/>
    <dgm:cxn modelId="{2E1AD525-71C9-43A2-B5CC-A72ED1E2729B}" type="presParOf" srcId="{5D69FD8A-E488-494A-841C-6E4410103994}" destId="{F8A78032-52FE-419D-8F30-27722353B0D5}" srcOrd="3" destOrd="0" presId="urn:microsoft.com/office/officeart/2008/layout/LinedList"/>
    <dgm:cxn modelId="{5688B5FB-1502-45C9-9DDF-38952DF57041}" type="presParOf" srcId="{5D69FD8A-E488-494A-841C-6E4410103994}" destId="{0E15670E-74FB-491E-9A01-D7B7590101A6}" srcOrd="4" destOrd="0" presId="urn:microsoft.com/office/officeart/2008/layout/LinedList"/>
    <dgm:cxn modelId="{4032D650-2315-44E8-A16B-4D319DEF28C0}" type="presParOf" srcId="{0E15670E-74FB-491E-9A01-D7B7590101A6}" destId="{0BFD1EF8-5D2E-44A6-B6D0-1CF5EE3D2868}" srcOrd="0" destOrd="0" presId="urn:microsoft.com/office/officeart/2008/layout/LinedList"/>
    <dgm:cxn modelId="{E0F84C5F-FCB7-4C02-AA5B-274026F8615F}" type="presParOf" srcId="{0E15670E-74FB-491E-9A01-D7B7590101A6}" destId="{392486F2-569A-46EE-8D2F-2C58FDEB63E9}" srcOrd="1" destOrd="0" presId="urn:microsoft.com/office/officeart/2008/layout/LinedList"/>
    <dgm:cxn modelId="{94B2B327-5FED-4E61-891B-D1656BDE4334}" type="presParOf" srcId="{0E15670E-74FB-491E-9A01-D7B7590101A6}" destId="{9A18A3E4-2AF9-4AF5-BBE5-3B2A9BC2A26D}" srcOrd="2" destOrd="0" presId="urn:microsoft.com/office/officeart/2008/layout/LinedList"/>
    <dgm:cxn modelId="{9C453F69-E904-424B-A425-FB5C531C87F3}" type="presParOf" srcId="{5D69FD8A-E488-494A-841C-6E4410103994}" destId="{6ED1DCF8-F232-4870-9F8B-C41A9DA3CD06}" srcOrd="5" destOrd="0" presId="urn:microsoft.com/office/officeart/2008/layout/LinedList"/>
    <dgm:cxn modelId="{98C20424-3B04-4A53-968C-111605BADDA6}" type="presParOf" srcId="{5D69FD8A-E488-494A-841C-6E4410103994}" destId="{2A644E08-0A8A-4601-A773-A6AEB6504930}" srcOrd="6" destOrd="0" presId="urn:microsoft.com/office/officeart/2008/layout/LinedList"/>
    <dgm:cxn modelId="{B8E00FD9-FCD8-45D5-BF55-033AD166E8D0}" type="presParOf" srcId="{5D69FD8A-E488-494A-841C-6E4410103994}" destId="{9257F650-5C8F-4D16-91ED-2A8A580C0761}" srcOrd="7" destOrd="0" presId="urn:microsoft.com/office/officeart/2008/layout/LinedList"/>
    <dgm:cxn modelId="{59CFA8CA-789F-4C54-8583-04B41941E91A}" type="presParOf" srcId="{9257F650-5C8F-4D16-91ED-2A8A580C0761}" destId="{35FA9E56-6642-468E-8280-2874C5F3531A}" srcOrd="0" destOrd="0" presId="urn:microsoft.com/office/officeart/2008/layout/LinedList"/>
    <dgm:cxn modelId="{34800CEB-A5CF-4965-B44D-E6F1C62ACDA9}" type="presParOf" srcId="{9257F650-5C8F-4D16-91ED-2A8A580C0761}" destId="{EB695232-964C-48FB-A865-26EDC48029FA}" srcOrd="1" destOrd="0" presId="urn:microsoft.com/office/officeart/2008/layout/LinedList"/>
    <dgm:cxn modelId="{1C22F307-A221-4092-BB9B-60B2251DFD00}" type="presParOf" srcId="{9257F650-5C8F-4D16-91ED-2A8A580C0761}" destId="{B37A153E-3FEA-478D-93C9-00DEC5379826}" srcOrd="2" destOrd="0" presId="urn:microsoft.com/office/officeart/2008/layout/LinedList"/>
    <dgm:cxn modelId="{A4CF8F83-91ED-474C-861D-9C062D3B2567}" type="presParOf" srcId="{5D69FD8A-E488-494A-841C-6E4410103994}" destId="{E1A9E42C-57B2-4278-8AD3-F07FB7F1ACFC}" srcOrd="8" destOrd="0" presId="urn:microsoft.com/office/officeart/2008/layout/LinedList"/>
    <dgm:cxn modelId="{6AD092DA-425F-4BF8-B7AA-35D7E9373DF2}" type="presParOf" srcId="{5D69FD8A-E488-494A-841C-6E4410103994}" destId="{003A8BF5-0246-4697-9A4E-B3B5EC494B64}" srcOrd="9" destOrd="0" presId="urn:microsoft.com/office/officeart/2008/layout/LinedList"/>
    <dgm:cxn modelId="{8A5CD80D-1FE5-40EF-B3B4-8AC323AB05F6}" type="presParOf" srcId="{5D69FD8A-E488-494A-841C-6E4410103994}" destId="{FE7574F6-EB2F-4ACC-AEE9-DE1BB353839C}" srcOrd="10" destOrd="0" presId="urn:microsoft.com/office/officeart/2008/layout/LinedList"/>
    <dgm:cxn modelId="{3ECECD9D-261E-4499-B621-79D3BB08E1FB}" type="presParOf" srcId="{FE7574F6-EB2F-4ACC-AEE9-DE1BB353839C}" destId="{7CFC259E-9411-4A73-85B5-183F73B77C3E}" srcOrd="0" destOrd="0" presId="urn:microsoft.com/office/officeart/2008/layout/LinedList"/>
    <dgm:cxn modelId="{225D7D02-7551-40CC-A28B-E07D6B290E80}" type="presParOf" srcId="{FE7574F6-EB2F-4ACC-AEE9-DE1BB353839C}" destId="{312CF90F-0C7A-4BA7-B391-E2B717DA7050}" srcOrd="1" destOrd="0" presId="urn:microsoft.com/office/officeart/2008/layout/LinedList"/>
    <dgm:cxn modelId="{F55DEE74-F704-4675-BFDF-8F3EFDC37022}" type="presParOf" srcId="{FE7574F6-EB2F-4ACC-AEE9-DE1BB353839C}" destId="{75F73A5E-699B-441F-A027-0A44C0579761}" srcOrd="2" destOrd="0" presId="urn:microsoft.com/office/officeart/2008/layout/LinedList"/>
    <dgm:cxn modelId="{553670C5-2E0D-4F1C-B49E-8EEF0C43CEDD}" type="presParOf" srcId="{5D69FD8A-E488-494A-841C-6E4410103994}" destId="{580C0DE1-F6DD-4D17-B648-ED91351ABE89}" srcOrd="11" destOrd="0" presId="urn:microsoft.com/office/officeart/2008/layout/LinedList"/>
    <dgm:cxn modelId="{961728B1-3BB0-461F-ABD5-BB16C6E58B40}" type="presParOf" srcId="{5D69FD8A-E488-494A-841C-6E4410103994}" destId="{B4DADBF6-A2FF-4091-8F38-3D5663F1DD91}" srcOrd="12" destOrd="0" presId="urn:microsoft.com/office/officeart/2008/layout/LinedList"/>
    <dgm:cxn modelId="{E4FEF9D8-9DF5-48C3-A17B-DC9EF65EBA06}" type="presParOf" srcId="{5D69FD8A-E488-494A-841C-6E4410103994}" destId="{EA0310E6-9F8C-4F59-8D60-AC03905DF499}" srcOrd="13" destOrd="0" presId="urn:microsoft.com/office/officeart/2008/layout/LinedList"/>
    <dgm:cxn modelId="{A87B22BC-EFAF-46B5-9D6E-C50B430B84BA}" type="presParOf" srcId="{EA0310E6-9F8C-4F59-8D60-AC03905DF499}" destId="{45808593-D2B2-4DE2-A623-6807AF4497F8}" srcOrd="0" destOrd="0" presId="urn:microsoft.com/office/officeart/2008/layout/LinedList"/>
    <dgm:cxn modelId="{EF9DC90A-3DA4-454B-BB25-0445E5CC6620}" type="presParOf" srcId="{EA0310E6-9F8C-4F59-8D60-AC03905DF499}" destId="{70F14F7D-29C2-4690-BC56-B85025067A66}" srcOrd="1" destOrd="0" presId="urn:microsoft.com/office/officeart/2008/layout/LinedList"/>
    <dgm:cxn modelId="{6F44E322-6676-438C-A282-0F96E158C9B4}" type="presParOf" srcId="{EA0310E6-9F8C-4F59-8D60-AC03905DF499}" destId="{D11ADC63-69AD-44BF-AFE2-E2C4EB34BB53}" srcOrd="2" destOrd="0" presId="urn:microsoft.com/office/officeart/2008/layout/LinedList"/>
    <dgm:cxn modelId="{DA5E7A46-91B6-4041-9A4D-97DA78B85F8F}" type="presParOf" srcId="{5D69FD8A-E488-494A-841C-6E4410103994}" destId="{C4ED49D6-B3F9-4BB3-B5B0-36CCC15E212A}" srcOrd="14" destOrd="0" presId="urn:microsoft.com/office/officeart/2008/layout/LinedList"/>
    <dgm:cxn modelId="{0BA27164-C62E-4D54-BE33-871E2D62D1F7}" type="presParOf" srcId="{5D69FD8A-E488-494A-841C-6E4410103994}" destId="{2CE4DF5C-DB17-4E0F-93E0-77441DDEC3D6}" srcOrd="15" destOrd="0" presId="urn:microsoft.com/office/officeart/2008/layout/LinedList"/>
    <dgm:cxn modelId="{076A9B40-13C3-4AC5-A2C3-54779032CC0D}" type="presParOf" srcId="{5D69FD8A-E488-494A-841C-6E4410103994}" destId="{66EEEE67-CB31-4A20-9F65-46D0CBB44D36}" srcOrd="16" destOrd="0" presId="urn:microsoft.com/office/officeart/2008/layout/LinedList"/>
    <dgm:cxn modelId="{342A18C8-6571-4176-90E0-2868AFBB49EE}" type="presParOf" srcId="{66EEEE67-CB31-4A20-9F65-46D0CBB44D36}" destId="{21539442-1C16-434F-9B61-64EC45AC8A24}" srcOrd="0" destOrd="0" presId="urn:microsoft.com/office/officeart/2008/layout/LinedList"/>
    <dgm:cxn modelId="{A206514E-6132-4BC5-9508-D4617522C6D7}" type="presParOf" srcId="{66EEEE67-CB31-4A20-9F65-46D0CBB44D36}" destId="{08F0909D-9F70-4428-BD03-6985A4F55CCA}" srcOrd="1" destOrd="0" presId="urn:microsoft.com/office/officeart/2008/layout/LinedList"/>
    <dgm:cxn modelId="{9F949CDB-2105-4E06-BD36-592D9BAC3CEF}" type="presParOf" srcId="{66EEEE67-CB31-4A20-9F65-46D0CBB44D36}" destId="{E17196BB-06CE-4A8F-A52C-AE4963166BDF}" srcOrd="2" destOrd="0" presId="urn:microsoft.com/office/officeart/2008/layout/LinedList"/>
    <dgm:cxn modelId="{23B0BE9A-B3A9-4A95-B915-26B1E8ABAA89}" type="presParOf" srcId="{5D69FD8A-E488-494A-841C-6E4410103994}" destId="{54BE36E3-CACA-4F47-A759-63F5273B4A30}" srcOrd="17" destOrd="0" presId="urn:microsoft.com/office/officeart/2008/layout/LinedList"/>
    <dgm:cxn modelId="{44D15172-2D65-4904-B2AD-DF37BB5CF007}" type="presParOf" srcId="{5D69FD8A-E488-494A-841C-6E4410103994}" destId="{7865C57A-4476-474E-99E0-10AD0501D8C4}" srcOrd="18" destOrd="0" presId="urn:microsoft.com/office/officeart/2008/layout/LinedList"/>
    <dgm:cxn modelId="{D51BB91E-1B09-4ACF-A93F-8E2951FAEBC0}" type="presParOf" srcId="{5D69FD8A-E488-494A-841C-6E4410103994}" destId="{07B42E34-DCC0-4C76-B62C-FB693E1FA491}" srcOrd="19" destOrd="0" presId="urn:microsoft.com/office/officeart/2008/layout/LinedList"/>
    <dgm:cxn modelId="{2E146BC0-11DC-45FB-A63C-22C6A9BE7A53}" type="presParOf" srcId="{07B42E34-DCC0-4C76-B62C-FB693E1FA491}" destId="{2DD50136-8972-43FC-BEE0-21C03582C365}" srcOrd="0" destOrd="0" presId="urn:microsoft.com/office/officeart/2008/layout/LinedList"/>
    <dgm:cxn modelId="{93A16CB9-C97C-4556-A00A-7FBC5C3CD368}" type="presParOf" srcId="{07B42E34-DCC0-4C76-B62C-FB693E1FA491}" destId="{B0037F99-C48A-4D21-9A8D-C235B761F73B}" srcOrd="1" destOrd="0" presId="urn:microsoft.com/office/officeart/2008/layout/LinedList"/>
    <dgm:cxn modelId="{EFFD1B52-1706-473E-AA0F-FF4E2DC4A706}" type="presParOf" srcId="{07B42E34-DCC0-4C76-B62C-FB693E1FA491}" destId="{D49A7401-78B5-4E5C-9282-2999704549D6}" srcOrd="2" destOrd="0" presId="urn:microsoft.com/office/officeart/2008/layout/LinedList"/>
    <dgm:cxn modelId="{C219930A-C6CA-4688-AD13-3F125244EBEE}" type="presParOf" srcId="{5D69FD8A-E488-494A-841C-6E4410103994}" destId="{30445A58-9D03-440D-AAE9-C7A74B773D48}" srcOrd="20" destOrd="0" presId="urn:microsoft.com/office/officeart/2008/layout/LinedList"/>
    <dgm:cxn modelId="{6CB83263-AF96-4DB2-9130-2E9383D1B448}" type="presParOf" srcId="{5D69FD8A-E488-494A-841C-6E4410103994}" destId="{51EC0FC2-B48D-4523-BF61-BB6E0BE5C14C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0FD443-7FF9-40F2-B82D-0675D76AD049}" type="doc">
      <dgm:prSet loTypeId="urn:microsoft.com/office/officeart/2018/2/layout/IconCircleLis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7C766BE-BEF0-449A-8195-ED11E20EE1C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b="1" dirty="0"/>
            <a:t>One Assistant. One View. One Controlled Data Operations Experience.</a:t>
          </a:r>
          <a:endParaRPr lang="en-US" sz="1400" dirty="0"/>
        </a:p>
      </dgm:t>
    </dgm:pt>
    <dgm:pt modelId="{DEF14D54-35E6-4D53-9932-B077324F4B32}" type="parTrans" cxnId="{E840ACF5-C106-4056-979F-7CA53BA8F7E7}">
      <dgm:prSet/>
      <dgm:spPr/>
      <dgm:t>
        <a:bodyPr/>
        <a:lstStyle/>
        <a:p>
          <a:endParaRPr lang="en-US"/>
        </a:p>
      </dgm:t>
    </dgm:pt>
    <dgm:pt modelId="{4CADB7F0-8161-4AFA-83BD-A55294DFFA3F}" type="sibTrans" cxnId="{E840ACF5-C106-4056-979F-7CA53BA8F7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31CBD4-81B3-4FAE-A66B-FC034F61E09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Monitor</a:t>
          </a:r>
          <a:r>
            <a:rPr lang="en-IN" dirty="0"/>
            <a:t> business data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b="1" dirty="0"/>
            <a:t>Understand</a:t>
          </a:r>
          <a:r>
            <a:rPr lang="en-IN" dirty="0"/>
            <a:t> issues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b="1" dirty="0"/>
            <a:t>Validate</a:t>
          </a:r>
          <a:r>
            <a:rPr lang="en-IN" dirty="0"/>
            <a:t> reliability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b="1" dirty="0"/>
            <a:t>Recover</a:t>
          </a:r>
          <a:r>
            <a:rPr lang="en-IN" dirty="0"/>
            <a:t> with approval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b="1" dirty="0"/>
            <a:t>Confirm</a:t>
          </a:r>
          <a:r>
            <a:rPr lang="en-IN" dirty="0"/>
            <a:t> business readiness</a:t>
          </a:r>
          <a:endParaRPr lang="en-US" dirty="0"/>
        </a:p>
      </dgm:t>
    </dgm:pt>
    <dgm:pt modelId="{ADD42F94-C940-4E8B-818F-E90388108CEA}" type="parTrans" cxnId="{2A9C98C3-9C13-4C90-AD36-6D3EE388AD77}">
      <dgm:prSet/>
      <dgm:spPr/>
      <dgm:t>
        <a:bodyPr/>
        <a:lstStyle/>
        <a:p>
          <a:endParaRPr lang="en-US"/>
        </a:p>
      </dgm:t>
    </dgm:pt>
    <dgm:pt modelId="{0219AE40-B32D-4A8B-8DD5-B834E3165B62}" type="sibTrans" cxnId="{2A9C98C3-9C13-4C90-AD36-6D3EE388AD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8AA933-69DD-40F0-90B4-255FA23E514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b="1" dirty="0"/>
            <a:t>Business Outcome</a:t>
          </a:r>
          <a:endParaRPr lang="en-US" sz="1400" dirty="0"/>
        </a:p>
      </dgm:t>
    </dgm:pt>
    <dgm:pt modelId="{6AD3A9CA-456B-42CF-9346-5F88FE7017DE}" type="parTrans" cxnId="{A561E56C-5C7F-4154-83CF-C9534096913B}">
      <dgm:prSet/>
      <dgm:spPr/>
      <dgm:t>
        <a:bodyPr/>
        <a:lstStyle/>
        <a:p>
          <a:endParaRPr lang="en-US"/>
        </a:p>
      </dgm:t>
    </dgm:pt>
    <dgm:pt modelId="{28BD99A2-4785-44E7-BE8B-BC57BC4BBFD2}" type="sibTrans" cxnId="{A561E56C-5C7F-4154-83CF-C9534096913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B9953E-8172-478E-8A98-EBD7CF8685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IN" sz="1400" b="1" dirty="0"/>
            <a:t>Reliable Data | Faster Resolution | Lower Manual Effort | Higher Business Confidence</a:t>
          </a:r>
          <a:endParaRPr lang="en-US" sz="1400" dirty="0"/>
        </a:p>
      </dgm:t>
    </dgm:pt>
    <dgm:pt modelId="{A59C0181-DB9C-41CA-A3FE-DA8B59FF4787}" type="parTrans" cxnId="{F125A108-96B3-4C87-832D-412094C882E6}">
      <dgm:prSet/>
      <dgm:spPr/>
      <dgm:t>
        <a:bodyPr/>
        <a:lstStyle/>
        <a:p>
          <a:endParaRPr lang="en-US"/>
        </a:p>
      </dgm:t>
    </dgm:pt>
    <dgm:pt modelId="{D162A09C-991C-485E-BEAA-89963A61DFCC}" type="sibTrans" cxnId="{F125A108-96B3-4C87-832D-412094C882E6}">
      <dgm:prSet/>
      <dgm:spPr/>
      <dgm:t>
        <a:bodyPr/>
        <a:lstStyle/>
        <a:p>
          <a:endParaRPr lang="en-US"/>
        </a:p>
      </dgm:t>
    </dgm:pt>
    <dgm:pt modelId="{492C343B-04CE-4B0C-AD1F-1468F9951046}" type="pres">
      <dgm:prSet presAssocID="{0E0FD443-7FF9-40F2-B82D-0675D76AD049}" presName="root" presStyleCnt="0">
        <dgm:presLayoutVars>
          <dgm:dir/>
          <dgm:resizeHandles val="exact"/>
        </dgm:presLayoutVars>
      </dgm:prSet>
      <dgm:spPr/>
    </dgm:pt>
    <dgm:pt modelId="{F024347E-5526-4A65-B92C-8FD2D5D0FC27}" type="pres">
      <dgm:prSet presAssocID="{0E0FD443-7FF9-40F2-B82D-0675D76AD049}" presName="container" presStyleCnt="0">
        <dgm:presLayoutVars>
          <dgm:dir/>
          <dgm:resizeHandles val="exact"/>
        </dgm:presLayoutVars>
      </dgm:prSet>
      <dgm:spPr/>
    </dgm:pt>
    <dgm:pt modelId="{0BA50E54-2E63-4CAF-8964-69BB06AB6728}" type="pres">
      <dgm:prSet presAssocID="{87C766BE-BEF0-449A-8195-ED11E20EE1CF}" presName="compNode" presStyleCnt="0"/>
      <dgm:spPr/>
    </dgm:pt>
    <dgm:pt modelId="{35FF80FC-7FA4-4098-B9DD-36D880344F56}" type="pres">
      <dgm:prSet presAssocID="{87C766BE-BEF0-449A-8195-ED11E20EE1CF}" presName="iconBgRect" presStyleLbl="bgShp" presStyleIdx="0" presStyleCnt="4"/>
      <dgm:spPr/>
    </dgm:pt>
    <dgm:pt modelId="{1569BACE-5DFE-4350-BBB0-CEE773D67AF5}" type="pres">
      <dgm:prSet presAssocID="{87C766BE-BEF0-449A-8195-ED11E20EE1C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0D038BE4-57B9-434B-8E47-4D608408A3F0}" type="pres">
      <dgm:prSet presAssocID="{87C766BE-BEF0-449A-8195-ED11E20EE1CF}" presName="spaceRect" presStyleCnt="0"/>
      <dgm:spPr/>
    </dgm:pt>
    <dgm:pt modelId="{91F388FC-3406-4220-9A45-0773564D0E59}" type="pres">
      <dgm:prSet presAssocID="{87C766BE-BEF0-449A-8195-ED11E20EE1CF}" presName="textRect" presStyleLbl="revTx" presStyleIdx="0" presStyleCnt="4">
        <dgm:presLayoutVars>
          <dgm:chMax val="1"/>
          <dgm:chPref val="1"/>
        </dgm:presLayoutVars>
      </dgm:prSet>
      <dgm:spPr/>
    </dgm:pt>
    <dgm:pt modelId="{423119E4-89DC-4F00-90D5-67EA5152F050}" type="pres">
      <dgm:prSet presAssocID="{4CADB7F0-8161-4AFA-83BD-A55294DFFA3F}" presName="sibTrans" presStyleLbl="sibTrans2D1" presStyleIdx="0" presStyleCnt="0"/>
      <dgm:spPr/>
    </dgm:pt>
    <dgm:pt modelId="{BF4B9B40-4044-431A-BAB5-AE05D1D71039}" type="pres">
      <dgm:prSet presAssocID="{4831CBD4-81B3-4FAE-A66B-FC034F61E099}" presName="compNode" presStyleCnt="0"/>
      <dgm:spPr/>
    </dgm:pt>
    <dgm:pt modelId="{48322347-D8AD-430A-832F-B803B9BEEB79}" type="pres">
      <dgm:prSet presAssocID="{4831CBD4-81B3-4FAE-A66B-FC034F61E099}" presName="iconBgRect" presStyleLbl="bgShp" presStyleIdx="1" presStyleCnt="4"/>
      <dgm:spPr/>
    </dgm:pt>
    <dgm:pt modelId="{3E0766F8-A710-4093-B882-A5BF65FB4EFB}" type="pres">
      <dgm:prSet presAssocID="{4831CBD4-81B3-4FAE-A66B-FC034F61E09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5D0FC4C-4AD4-40F2-B549-E09FEAF41481}" type="pres">
      <dgm:prSet presAssocID="{4831CBD4-81B3-4FAE-A66B-FC034F61E099}" presName="spaceRect" presStyleCnt="0"/>
      <dgm:spPr/>
    </dgm:pt>
    <dgm:pt modelId="{3C3DE13B-7E30-4AC4-94CC-B5A93CFE1527}" type="pres">
      <dgm:prSet presAssocID="{4831CBD4-81B3-4FAE-A66B-FC034F61E099}" presName="textRect" presStyleLbl="revTx" presStyleIdx="1" presStyleCnt="4">
        <dgm:presLayoutVars>
          <dgm:chMax val="1"/>
          <dgm:chPref val="1"/>
        </dgm:presLayoutVars>
      </dgm:prSet>
      <dgm:spPr/>
    </dgm:pt>
    <dgm:pt modelId="{55B432C6-C35D-45C8-A3EB-BDC44E549EA7}" type="pres">
      <dgm:prSet presAssocID="{0219AE40-B32D-4A8B-8DD5-B834E3165B62}" presName="sibTrans" presStyleLbl="sibTrans2D1" presStyleIdx="0" presStyleCnt="0"/>
      <dgm:spPr/>
    </dgm:pt>
    <dgm:pt modelId="{78041DA0-851D-4CA7-BBC8-2DF17E862489}" type="pres">
      <dgm:prSet presAssocID="{078AA933-69DD-40F0-90B4-255FA23E5148}" presName="compNode" presStyleCnt="0"/>
      <dgm:spPr/>
    </dgm:pt>
    <dgm:pt modelId="{6274A7AD-35A5-4D59-9C05-61122A331971}" type="pres">
      <dgm:prSet presAssocID="{078AA933-69DD-40F0-90B4-255FA23E5148}" presName="iconBgRect" presStyleLbl="bgShp" presStyleIdx="2" presStyleCnt="4"/>
      <dgm:spPr/>
    </dgm:pt>
    <dgm:pt modelId="{EA472774-DD81-43C7-BF30-4F36511816FD}" type="pres">
      <dgm:prSet presAssocID="{078AA933-69DD-40F0-90B4-255FA23E514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36270B5-FE32-461C-8AF6-600FDB00ED00}" type="pres">
      <dgm:prSet presAssocID="{078AA933-69DD-40F0-90B4-255FA23E5148}" presName="spaceRect" presStyleCnt="0"/>
      <dgm:spPr/>
    </dgm:pt>
    <dgm:pt modelId="{5699359A-EDFD-495E-92CD-E74251B97E4B}" type="pres">
      <dgm:prSet presAssocID="{078AA933-69DD-40F0-90B4-255FA23E5148}" presName="textRect" presStyleLbl="revTx" presStyleIdx="2" presStyleCnt="4">
        <dgm:presLayoutVars>
          <dgm:chMax val="1"/>
          <dgm:chPref val="1"/>
        </dgm:presLayoutVars>
      </dgm:prSet>
      <dgm:spPr/>
    </dgm:pt>
    <dgm:pt modelId="{C28DAAC5-480B-4362-B441-774459C72548}" type="pres">
      <dgm:prSet presAssocID="{28BD99A2-4785-44E7-BE8B-BC57BC4BBFD2}" presName="sibTrans" presStyleLbl="sibTrans2D1" presStyleIdx="0" presStyleCnt="0"/>
      <dgm:spPr/>
    </dgm:pt>
    <dgm:pt modelId="{EF8EFC9D-D4C4-47EB-98F9-099C2B79BFF0}" type="pres">
      <dgm:prSet presAssocID="{51B9953E-8172-478E-8A98-EBD7CF86852B}" presName="compNode" presStyleCnt="0"/>
      <dgm:spPr/>
    </dgm:pt>
    <dgm:pt modelId="{1802D848-3787-44B9-88F6-54F5D4EEF797}" type="pres">
      <dgm:prSet presAssocID="{51B9953E-8172-478E-8A98-EBD7CF86852B}" presName="iconBgRect" presStyleLbl="bgShp" presStyleIdx="3" presStyleCnt="4"/>
      <dgm:spPr/>
    </dgm:pt>
    <dgm:pt modelId="{063F033D-9D59-4137-A3F3-BE917276BEDA}" type="pres">
      <dgm:prSet presAssocID="{51B9953E-8172-478E-8A98-EBD7CF86852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5286318-EEFB-47D4-800D-44D37D5D47A4}" type="pres">
      <dgm:prSet presAssocID="{51B9953E-8172-478E-8A98-EBD7CF86852B}" presName="spaceRect" presStyleCnt="0"/>
      <dgm:spPr/>
    </dgm:pt>
    <dgm:pt modelId="{885FBE02-75E6-4605-9DFF-ABD82538020B}" type="pres">
      <dgm:prSet presAssocID="{51B9953E-8172-478E-8A98-EBD7CF8685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4249D06-E6E9-4E5D-B5F7-798693410F5D}" type="presOf" srcId="{0E0FD443-7FF9-40F2-B82D-0675D76AD049}" destId="{492C343B-04CE-4B0C-AD1F-1468F9951046}" srcOrd="0" destOrd="0" presId="urn:microsoft.com/office/officeart/2018/2/layout/IconCircleList"/>
    <dgm:cxn modelId="{F125A108-96B3-4C87-832D-412094C882E6}" srcId="{0E0FD443-7FF9-40F2-B82D-0675D76AD049}" destId="{51B9953E-8172-478E-8A98-EBD7CF86852B}" srcOrd="3" destOrd="0" parTransId="{A59C0181-DB9C-41CA-A3FE-DA8B59FF4787}" sibTransId="{D162A09C-991C-485E-BEAA-89963A61DFCC}"/>
    <dgm:cxn modelId="{76761226-1D77-4589-BBB2-0AE2D4451B65}" type="presOf" srcId="{4831CBD4-81B3-4FAE-A66B-FC034F61E099}" destId="{3C3DE13B-7E30-4AC4-94CC-B5A93CFE1527}" srcOrd="0" destOrd="0" presId="urn:microsoft.com/office/officeart/2018/2/layout/IconCircleList"/>
    <dgm:cxn modelId="{BCAB8E3D-CA4D-48BB-A9F1-95166B5E353E}" type="presOf" srcId="{4CADB7F0-8161-4AFA-83BD-A55294DFFA3F}" destId="{423119E4-89DC-4F00-90D5-67EA5152F050}" srcOrd="0" destOrd="0" presId="urn:microsoft.com/office/officeart/2018/2/layout/IconCircleList"/>
    <dgm:cxn modelId="{7BF6843F-A16B-4339-A529-EBB843102268}" type="presOf" srcId="{078AA933-69DD-40F0-90B4-255FA23E5148}" destId="{5699359A-EDFD-495E-92CD-E74251B97E4B}" srcOrd="0" destOrd="0" presId="urn:microsoft.com/office/officeart/2018/2/layout/IconCircleList"/>
    <dgm:cxn modelId="{D488A76A-E69F-4E27-884A-1C046C42A8E3}" type="presOf" srcId="{51B9953E-8172-478E-8A98-EBD7CF86852B}" destId="{885FBE02-75E6-4605-9DFF-ABD82538020B}" srcOrd="0" destOrd="0" presId="urn:microsoft.com/office/officeart/2018/2/layout/IconCircleList"/>
    <dgm:cxn modelId="{A561E56C-5C7F-4154-83CF-C9534096913B}" srcId="{0E0FD443-7FF9-40F2-B82D-0675D76AD049}" destId="{078AA933-69DD-40F0-90B4-255FA23E5148}" srcOrd="2" destOrd="0" parTransId="{6AD3A9CA-456B-42CF-9346-5F88FE7017DE}" sibTransId="{28BD99A2-4785-44E7-BE8B-BC57BC4BBFD2}"/>
    <dgm:cxn modelId="{25F6C571-B024-4860-A936-2BA5ED7330EC}" type="presOf" srcId="{28BD99A2-4785-44E7-BE8B-BC57BC4BBFD2}" destId="{C28DAAC5-480B-4362-B441-774459C72548}" srcOrd="0" destOrd="0" presId="urn:microsoft.com/office/officeart/2018/2/layout/IconCircleList"/>
    <dgm:cxn modelId="{35D27F87-5332-4B95-A1FE-BE2EDAAEF086}" type="presOf" srcId="{87C766BE-BEF0-449A-8195-ED11E20EE1CF}" destId="{91F388FC-3406-4220-9A45-0773564D0E59}" srcOrd="0" destOrd="0" presId="urn:microsoft.com/office/officeart/2018/2/layout/IconCircleList"/>
    <dgm:cxn modelId="{7E380DA6-7F29-4FCA-A4E5-F9E9D8068330}" type="presOf" srcId="{0219AE40-B32D-4A8B-8DD5-B834E3165B62}" destId="{55B432C6-C35D-45C8-A3EB-BDC44E549EA7}" srcOrd="0" destOrd="0" presId="urn:microsoft.com/office/officeart/2018/2/layout/IconCircleList"/>
    <dgm:cxn modelId="{2A9C98C3-9C13-4C90-AD36-6D3EE388AD77}" srcId="{0E0FD443-7FF9-40F2-B82D-0675D76AD049}" destId="{4831CBD4-81B3-4FAE-A66B-FC034F61E099}" srcOrd="1" destOrd="0" parTransId="{ADD42F94-C940-4E8B-818F-E90388108CEA}" sibTransId="{0219AE40-B32D-4A8B-8DD5-B834E3165B62}"/>
    <dgm:cxn modelId="{E840ACF5-C106-4056-979F-7CA53BA8F7E7}" srcId="{0E0FD443-7FF9-40F2-B82D-0675D76AD049}" destId="{87C766BE-BEF0-449A-8195-ED11E20EE1CF}" srcOrd="0" destOrd="0" parTransId="{DEF14D54-35E6-4D53-9932-B077324F4B32}" sibTransId="{4CADB7F0-8161-4AFA-83BD-A55294DFFA3F}"/>
    <dgm:cxn modelId="{D37E4E0C-A536-45B6-A504-0FE482BE4212}" type="presParOf" srcId="{492C343B-04CE-4B0C-AD1F-1468F9951046}" destId="{F024347E-5526-4A65-B92C-8FD2D5D0FC27}" srcOrd="0" destOrd="0" presId="urn:microsoft.com/office/officeart/2018/2/layout/IconCircleList"/>
    <dgm:cxn modelId="{9BCD7427-7A7C-47DC-880F-3508A6986CFE}" type="presParOf" srcId="{F024347E-5526-4A65-B92C-8FD2D5D0FC27}" destId="{0BA50E54-2E63-4CAF-8964-69BB06AB6728}" srcOrd="0" destOrd="0" presId="urn:microsoft.com/office/officeart/2018/2/layout/IconCircleList"/>
    <dgm:cxn modelId="{0E8CEDFC-137F-4FD8-A26C-D20424C83EB5}" type="presParOf" srcId="{0BA50E54-2E63-4CAF-8964-69BB06AB6728}" destId="{35FF80FC-7FA4-4098-B9DD-36D880344F56}" srcOrd="0" destOrd="0" presId="urn:microsoft.com/office/officeart/2018/2/layout/IconCircleList"/>
    <dgm:cxn modelId="{0FD96B6E-4A52-4705-8FA1-AFDDA8FD6AA0}" type="presParOf" srcId="{0BA50E54-2E63-4CAF-8964-69BB06AB6728}" destId="{1569BACE-5DFE-4350-BBB0-CEE773D67AF5}" srcOrd="1" destOrd="0" presId="urn:microsoft.com/office/officeart/2018/2/layout/IconCircleList"/>
    <dgm:cxn modelId="{B9B22002-6BDD-430C-A7AA-1260853F2854}" type="presParOf" srcId="{0BA50E54-2E63-4CAF-8964-69BB06AB6728}" destId="{0D038BE4-57B9-434B-8E47-4D608408A3F0}" srcOrd="2" destOrd="0" presId="urn:microsoft.com/office/officeart/2018/2/layout/IconCircleList"/>
    <dgm:cxn modelId="{04E466F3-006B-446D-B11E-03B2E1844835}" type="presParOf" srcId="{0BA50E54-2E63-4CAF-8964-69BB06AB6728}" destId="{91F388FC-3406-4220-9A45-0773564D0E59}" srcOrd="3" destOrd="0" presId="urn:microsoft.com/office/officeart/2018/2/layout/IconCircleList"/>
    <dgm:cxn modelId="{5A7E9351-B828-48A3-BF3A-605AAB99677C}" type="presParOf" srcId="{F024347E-5526-4A65-B92C-8FD2D5D0FC27}" destId="{423119E4-89DC-4F00-90D5-67EA5152F050}" srcOrd="1" destOrd="0" presId="urn:microsoft.com/office/officeart/2018/2/layout/IconCircleList"/>
    <dgm:cxn modelId="{0AC4F2D9-2EA7-424C-8061-C6F26F4E2AB9}" type="presParOf" srcId="{F024347E-5526-4A65-B92C-8FD2D5D0FC27}" destId="{BF4B9B40-4044-431A-BAB5-AE05D1D71039}" srcOrd="2" destOrd="0" presId="urn:microsoft.com/office/officeart/2018/2/layout/IconCircleList"/>
    <dgm:cxn modelId="{B157A4B7-0945-4E21-A34F-E0C8EEF59C48}" type="presParOf" srcId="{BF4B9B40-4044-431A-BAB5-AE05D1D71039}" destId="{48322347-D8AD-430A-832F-B803B9BEEB79}" srcOrd="0" destOrd="0" presId="urn:microsoft.com/office/officeart/2018/2/layout/IconCircleList"/>
    <dgm:cxn modelId="{098F0E86-80B8-447C-A687-FCD002D3325D}" type="presParOf" srcId="{BF4B9B40-4044-431A-BAB5-AE05D1D71039}" destId="{3E0766F8-A710-4093-B882-A5BF65FB4EFB}" srcOrd="1" destOrd="0" presId="urn:microsoft.com/office/officeart/2018/2/layout/IconCircleList"/>
    <dgm:cxn modelId="{AE59B525-F6E3-4160-AC97-C6DFA450D391}" type="presParOf" srcId="{BF4B9B40-4044-431A-BAB5-AE05D1D71039}" destId="{95D0FC4C-4AD4-40F2-B549-E09FEAF41481}" srcOrd="2" destOrd="0" presId="urn:microsoft.com/office/officeart/2018/2/layout/IconCircleList"/>
    <dgm:cxn modelId="{897B00B1-9CD7-44D7-9F6B-B9B54CCA365C}" type="presParOf" srcId="{BF4B9B40-4044-431A-BAB5-AE05D1D71039}" destId="{3C3DE13B-7E30-4AC4-94CC-B5A93CFE1527}" srcOrd="3" destOrd="0" presId="urn:microsoft.com/office/officeart/2018/2/layout/IconCircleList"/>
    <dgm:cxn modelId="{F4C6DFC4-ED17-4363-A649-9AF3D437EE8B}" type="presParOf" srcId="{F024347E-5526-4A65-B92C-8FD2D5D0FC27}" destId="{55B432C6-C35D-45C8-A3EB-BDC44E549EA7}" srcOrd="3" destOrd="0" presId="urn:microsoft.com/office/officeart/2018/2/layout/IconCircleList"/>
    <dgm:cxn modelId="{0C619709-C8A7-4087-92E1-BE284FD3D241}" type="presParOf" srcId="{F024347E-5526-4A65-B92C-8FD2D5D0FC27}" destId="{78041DA0-851D-4CA7-BBC8-2DF17E862489}" srcOrd="4" destOrd="0" presId="urn:microsoft.com/office/officeart/2018/2/layout/IconCircleList"/>
    <dgm:cxn modelId="{1E590798-8EB3-47FB-9D0C-FCD57C935EB1}" type="presParOf" srcId="{78041DA0-851D-4CA7-BBC8-2DF17E862489}" destId="{6274A7AD-35A5-4D59-9C05-61122A331971}" srcOrd="0" destOrd="0" presId="urn:microsoft.com/office/officeart/2018/2/layout/IconCircleList"/>
    <dgm:cxn modelId="{A3ED7233-0C17-4F38-AF8D-5CD5AC28DFC2}" type="presParOf" srcId="{78041DA0-851D-4CA7-BBC8-2DF17E862489}" destId="{EA472774-DD81-43C7-BF30-4F36511816FD}" srcOrd="1" destOrd="0" presId="urn:microsoft.com/office/officeart/2018/2/layout/IconCircleList"/>
    <dgm:cxn modelId="{057554AD-3DCF-489A-B6E9-73D297F00BFC}" type="presParOf" srcId="{78041DA0-851D-4CA7-BBC8-2DF17E862489}" destId="{A36270B5-FE32-461C-8AF6-600FDB00ED00}" srcOrd="2" destOrd="0" presId="urn:microsoft.com/office/officeart/2018/2/layout/IconCircleList"/>
    <dgm:cxn modelId="{33299954-740B-45FE-9E9C-A4C41C96C5D6}" type="presParOf" srcId="{78041DA0-851D-4CA7-BBC8-2DF17E862489}" destId="{5699359A-EDFD-495E-92CD-E74251B97E4B}" srcOrd="3" destOrd="0" presId="urn:microsoft.com/office/officeart/2018/2/layout/IconCircleList"/>
    <dgm:cxn modelId="{87595371-E84A-4D7B-9DB2-65C806C98569}" type="presParOf" srcId="{F024347E-5526-4A65-B92C-8FD2D5D0FC27}" destId="{C28DAAC5-480B-4362-B441-774459C72548}" srcOrd="5" destOrd="0" presId="urn:microsoft.com/office/officeart/2018/2/layout/IconCircleList"/>
    <dgm:cxn modelId="{94EB1F22-0003-46D3-94D8-260D7423C979}" type="presParOf" srcId="{F024347E-5526-4A65-B92C-8FD2D5D0FC27}" destId="{EF8EFC9D-D4C4-47EB-98F9-099C2B79BFF0}" srcOrd="6" destOrd="0" presId="urn:microsoft.com/office/officeart/2018/2/layout/IconCircleList"/>
    <dgm:cxn modelId="{E0093BF2-C32C-4123-89FE-A95F6A295945}" type="presParOf" srcId="{EF8EFC9D-D4C4-47EB-98F9-099C2B79BFF0}" destId="{1802D848-3787-44B9-88F6-54F5D4EEF797}" srcOrd="0" destOrd="0" presId="urn:microsoft.com/office/officeart/2018/2/layout/IconCircleList"/>
    <dgm:cxn modelId="{1F34153B-20F2-4E72-8BE1-48823D5F916D}" type="presParOf" srcId="{EF8EFC9D-D4C4-47EB-98F9-099C2B79BFF0}" destId="{063F033D-9D59-4137-A3F3-BE917276BEDA}" srcOrd="1" destOrd="0" presId="urn:microsoft.com/office/officeart/2018/2/layout/IconCircleList"/>
    <dgm:cxn modelId="{F79B680F-B116-4534-8166-784721D2E082}" type="presParOf" srcId="{EF8EFC9D-D4C4-47EB-98F9-099C2B79BFF0}" destId="{C5286318-EEFB-47D4-800D-44D37D5D47A4}" srcOrd="2" destOrd="0" presId="urn:microsoft.com/office/officeart/2018/2/layout/IconCircleList"/>
    <dgm:cxn modelId="{B949D01B-6239-4CC7-BC88-3F049BB9E4C9}" type="presParOf" srcId="{EF8EFC9D-D4C4-47EB-98F9-099C2B79BFF0}" destId="{885FBE02-75E6-4605-9DFF-ABD82538020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D59D90-5948-4E66-9EB1-D4FCCDBAF6D6}">
      <dsp:nvSpPr>
        <dsp:cNvPr id="0" name=""/>
        <dsp:cNvSpPr/>
      </dsp:nvSpPr>
      <dsp:spPr>
        <a:xfrm>
          <a:off x="1283" y="842265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1. Monitor</a:t>
          </a:r>
          <a:r>
            <a:rPr lang="en-IN" sz="1200" kern="1200" dirty="0"/>
            <a:t> → Critical data is continuously monitored</a:t>
          </a:r>
          <a:endParaRPr lang="en-US" sz="1200" kern="1200" dirty="0"/>
        </a:p>
      </dsp:txBody>
      <dsp:txXfrm>
        <a:off x="1283" y="1702716"/>
        <a:ext cx="1617389" cy="1358607"/>
      </dsp:txXfrm>
    </dsp:sp>
    <dsp:sp modelId="{0CB90B7F-B697-4FB7-99EF-AF072AEC3B8F}">
      <dsp:nvSpPr>
        <dsp:cNvPr id="0" name=""/>
        <dsp:cNvSpPr/>
      </dsp:nvSpPr>
      <dsp:spPr>
        <a:xfrm>
          <a:off x="470326" y="1068699"/>
          <a:ext cx="679303" cy="6793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569808" y="1168181"/>
        <a:ext cx="480339" cy="480339"/>
      </dsp:txXfrm>
    </dsp:sp>
    <dsp:sp modelId="{72DDF5AA-5171-4C43-8454-2F87514AE4DB}">
      <dsp:nvSpPr>
        <dsp:cNvPr id="0" name=""/>
        <dsp:cNvSpPr/>
      </dsp:nvSpPr>
      <dsp:spPr>
        <a:xfrm>
          <a:off x="1283" y="3106538"/>
          <a:ext cx="1617389" cy="72"/>
        </a:xfrm>
        <a:prstGeom prst="rect">
          <a:avLst/>
        </a:prstGeom>
        <a:solidFill>
          <a:schemeClr val="accent2">
            <a:hueOff val="585783"/>
            <a:satOff val="-1681"/>
            <a:lumOff val="-2692"/>
            <a:alphaOff val="0"/>
          </a:schemeClr>
        </a:solidFill>
        <a:ln w="19050" cap="flat" cmpd="sng" algn="ctr">
          <a:solidFill>
            <a:schemeClr val="accent2">
              <a:hueOff val="585783"/>
              <a:satOff val="-1681"/>
              <a:lumOff val="-26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59A34-57B8-4D34-AA98-74F56C82770F}">
      <dsp:nvSpPr>
        <dsp:cNvPr id="0" name=""/>
        <dsp:cNvSpPr/>
      </dsp:nvSpPr>
      <dsp:spPr>
        <a:xfrm>
          <a:off x="1780412" y="842265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2.   Detect</a:t>
          </a:r>
          <a:r>
            <a:rPr lang="en-IN" sz="1200" kern="1200" dirty="0"/>
            <a:t> → Failures or delays are identified</a:t>
          </a:r>
          <a:endParaRPr lang="en-US" sz="1200" kern="1200" dirty="0"/>
        </a:p>
      </dsp:txBody>
      <dsp:txXfrm>
        <a:off x="1780412" y="1702716"/>
        <a:ext cx="1617389" cy="1358607"/>
      </dsp:txXfrm>
    </dsp:sp>
    <dsp:sp modelId="{6D221E6B-4AB7-4FB4-9F3B-A41114485CDF}">
      <dsp:nvSpPr>
        <dsp:cNvPr id="0" name=""/>
        <dsp:cNvSpPr/>
      </dsp:nvSpPr>
      <dsp:spPr>
        <a:xfrm>
          <a:off x="2249455" y="1068699"/>
          <a:ext cx="679303" cy="679303"/>
        </a:xfrm>
        <a:prstGeom prst="ellipse">
          <a:avLst/>
        </a:prstGeom>
        <a:solidFill>
          <a:schemeClr val="accent2">
            <a:hueOff val="1171566"/>
            <a:satOff val="-3362"/>
            <a:lumOff val="-5383"/>
            <a:alphaOff val="0"/>
          </a:schemeClr>
        </a:solidFill>
        <a:ln w="19050" cap="flat" cmpd="sng" algn="ctr">
          <a:solidFill>
            <a:schemeClr val="accent2">
              <a:hueOff val="1171566"/>
              <a:satOff val="-3362"/>
              <a:lumOff val="-53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2348937" y="1168181"/>
        <a:ext cx="480339" cy="480339"/>
      </dsp:txXfrm>
    </dsp:sp>
    <dsp:sp modelId="{974BE492-5B8C-49F5-AB54-78C3CFE49ED4}">
      <dsp:nvSpPr>
        <dsp:cNvPr id="0" name=""/>
        <dsp:cNvSpPr/>
      </dsp:nvSpPr>
      <dsp:spPr>
        <a:xfrm>
          <a:off x="1780412" y="3106538"/>
          <a:ext cx="1617389" cy="72"/>
        </a:xfrm>
        <a:prstGeom prst="rect">
          <a:avLst/>
        </a:prstGeom>
        <a:solidFill>
          <a:schemeClr val="accent2">
            <a:hueOff val="1757349"/>
            <a:satOff val="-5044"/>
            <a:lumOff val="-8075"/>
            <a:alphaOff val="0"/>
          </a:schemeClr>
        </a:solidFill>
        <a:ln w="19050" cap="flat" cmpd="sng" algn="ctr">
          <a:solidFill>
            <a:schemeClr val="accent2">
              <a:hueOff val="1757349"/>
              <a:satOff val="-5044"/>
              <a:lumOff val="-80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0048F-F202-40B6-9BE6-1510B92C825D}">
      <dsp:nvSpPr>
        <dsp:cNvPr id="0" name=""/>
        <dsp:cNvSpPr/>
      </dsp:nvSpPr>
      <dsp:spPr>
        <a:xfrm>
          <a:off x="3559540" y="842265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3.  Investigate</a:t>
          </a:r>
          <a:r>
            <a:rPr lang="en-IN" sz="1200" kern="1200"/>
            <a:t> → Issue and business impact are explained</a:t>
          </a:r>
          <a:endParaRPr lang="en-US" sz="1200" kern="1200"/>
        </a:p>
      </dsp:txBody>
      <dsp:txXfrm>
        <a:off x="3559540" y="1702716"/>
        <a:ext cx="1617389" cy="1358607"/>
      </dsp:txXfrm>
    </dsp:sp>
    <dsp:sp modelId="{F089712C-B881-4B9F-B948-B17A9E10A254}">
      <dsp:nvSpPr>
        <dsp:cNvPr id="0" name=""/>
        <dsp:cNvSpPr/>
      </dsp:nvSpPr>
      <dsp:spPr>
        <a:xfrm>
          <a:off x="4028583" y="1068699"/>
          <a:ext cx="679303" cy="679303"/>
        </a:xfrm>
        <a:prstGeom prst="ellipse">
          <a:avLst/>
        </a:prstGeom>
        <a:solidFill>
          <a:schemeClr val="accent2">
            <a:hueOff val="2343132"/>
            <a:satOff val="-6725"/>
            <a:lumOff val="-10767"/>
            <a:alphaOff val="0"/>
          </a:schemeClr>
        </a:solidFill>
        <a:ln w="19050" cap="flat" cmpd="sng" algn="ctr">
          <a:solidFill>
            <a:schemeClr val="accent2">
              <a:hueOff val="2343132"/>
              <a:satOff val="-6725"/>
              <a:lumOff val="-107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4128065" y="1168181"/>
        <a:ext cx="480339" cy="480339"/>
      </dsp:txXfrm>
    </dsp:sp>
    <dsp:sp modelId="{8F3D0282-30EF-4A6B-B67C-DD93954630F8}">
      <dsp:nvSpPr>
        <dsp:cNvPr id="0" name=""/>
        <dsp:cNvSpPr/>
      </dsp:nvSpPr>
      <dsp:spPr>
        <a:xfrm>
          <a:off x="3559540" y="3106538"/>
          <a:ext cx="1617389" cy="72"/>
        </a:xfrm>
        <a:prstGeom prst="rect">
          <a:avLst/>
        </a:prstGeom>
        <a:solidFill>
          <a:schemeClr val="accent2">
            <a:hueOff val="2928915"/>
            <a:satOff val="-8406"/>
            <a:lumOff val="-13459"/>
            <a:alphaOff val="0"/>
          </a:schemeClr>
        </a:solidFill>
        <a:ln w="19050" cap="flat" cmpd="sng" algn="ctr">
          <a:solidFill>
            <a:schemeClr val="accent2">
              <a:hueOff val="2928915"/>
              <a:satOff val="-8406"/>
              <a:lumOff val="-134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2928A2-048E-4821-A0BF-FBAA6FDE5C01}">
      <dsp:nvSpPr>
        <dsp:cNvPr id="0" name=""/>
        <dsp:cNvSpPr/>
      </dsp:nvSpPr>
      <dsp:spPr>
        <a:xfrm>
          <a:off x="5338669" y="842265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4.  Validate</a:t>
          </a:r>
          <a:r>
            <a:rPr lang="en-IN" sz="1200" kern="1200"/>
            <a:t> → Data quality and SLA are checked</a:t>
          </a:r>
          <a:endParaRPr lang="en-US" sz="1200" kern="1200"/>
        </a:p>
      </dsp:txBody>
      <dsp:txXfrm>
        <a:off x="5338669" y="1702716"/>
        <a:ext cx="1617389" cy="1358607"/>
      </dsp:txXfrm>
    </dsp:sp>
    <dsp:sp modelId="{71C35D17-84A6-4598-97E8-E9F600445B8F}">
      <dsp:nvSpPr>
        <dsp:cNvPr id="0" name=""/>
        <dsp:cNvSpPr/>
      </dsp:nvSpPr>
      <dsp:spPr>
        <a:xfrm>
          <a:off x="5807712" y="1068699"/>
          <a:ext cx="679303" cy="679303"/>
        </a:xfrm>
        <a:prstGeom prst="ellipse">
          <a:avLst/>
        </a:prstGeom>
        <a:solidFill>
          <a:schemeClr val="accent2">
            <a:hueOff val="3514698"/>
            <a:satOff val="-10087"/>
            <a:lumOff val="-16150"/>
            <a:alphaOff val="0"/>
          </a:schemeClr>
        </a:solidFill>
        <a:ln w="19050" cap="flat" cmpd="sng" algn="ctr">
          <a:solidFill>
            <a:schemeClr val="accent2">
              <a:hueOff val="3514698"/>
              <a:satOff val="-10087"/>
              <a:lumOff val="-161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</a:t>
          </a:r>
        </a:p>
      </dsp:txBody>
      <dsp:txXfrm>
        <a:off x="5907194" y="1168181"/>
        <a:ext cx="480339" cy="480339"/>
      </dsp:txXfrm>
    </dsp:sp>
    <dsp:sp modelId="{85E39CEC-2684-450D-B8E7-9F36FC39BB8E}">
      <dsp:nvSpPr>
        <dsp:cNvPr id="0" name=""/>
        <dsp:cNvSpPr/>
      </dsp:nvSpPr>
      <dsp:spPr>
        <a:xfrm>
          <a:off x="5338669" y="3106538"/>
          <a:ext cx="1617389" cy="72"/>
        </a:xfrm>
        <a:prstGeom prst="rect">
          <a:avLst/>
        </a:prstGeom>
        <a:solidFill>
          <a:schemeClr val="accent2">
            <a:hueOff val="4100481"/>
            <a:satOff val="-11768"/>
            <a:lumOff val="-18842"/>
            <a:alphaOff val="0"/>
          </a:schemeClr>
        </a:solidFill>
        <a:ln w="19050" cap="flat" cmpd="sng" algn="ctr">
          <a:solidFill>
            <a:schemeClr val="accent2">
              <a:hueOff val="4100481"/>
              <a:satOff val="-11768"/>
              <a:lumOff val="-188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832B5-F352-4C23-9F4C-23D3928BFA60}">
      <dsp:nvSpPr>
        <dsp:cNvPr id="0" name=""/>
        <dsp:cNvSpPr/>
      </dsp:nvSpPr>
      <dsp:spPr>
        <a:xfrm>
          <a:off x="7117798" y="842265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5.  Recover</a:t>
          </a:r>
          <a:r>
            <a:rPr lang="en-IN" sz="1200" kern="1200"/>
            <a:t> → Corrective action is approved and performed</a:t>
          </a:r>
          <a:endParaRPr lang="en-US" sz="1200" kern="1200"/>
        </a:p>
      </dsp:txBody>
      <dsp:txXfrm>
        <a:off x="7117798" y="1702716"/>
        <a:ext cx="1617389" cy="1358607"/>
      </dsp:txXfrm>
    </dsp:sp>
    <dsp:sp modelId="{9435859F-DA85-4958-B32D-A77972D04026}">
      <dsp:nvSpPr>
        <dsp:cNvPr id="0" name=""/>
        <dsp:cNvSpPr/>
      </dsp:nvSpPr>
      <dsp:spPr>
        <a:xfrm>
          <a:off x="7586841" y="1068699"/>
          <a:ext cx="679303" cy="679303"/>
        </a:xfrm>
        <a:prstGeom prst="ellipse">
          <a:avLst/>
        </a:prstGeom>
        <a:solidFill>
          <a:schemeClr val="accent2">
            <a:hueOff val="4686264"/>
            <a:satOff val="-13449"/>
            <a:lumOff val="-21534"/>
            <a:alphaOff val="0"/>
          </a:schemeClr>
        </a:solidFill>
        <a:ln w="19050" cap="flat" cmpd="sng" algn="ctr">
          <a:solidFill>
            <a:schemeClr val="accent2">
              <a:hueOff val="4686264"/>
              <a:satOff val="-13449"/>
              <a:lumOff val="-215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5</a:t>
          </a:r>
        </a:p>
      </dsp:txBody>
      <dsp:txXfrm>
        <a:off x="7686323" y="1168181"/>
        <a:ext cx="480339" cy="480339"/>
      </dsp:txXfrm>
    </dsp:sp>
    <dsp:sp modelId="{28A7C6ED-A10C-46A9-AE90-EC9A5FB6AF1E}">
      <dsp:nvSpPr>
        <dsp:cNvPr id="0" name=""/>
        <dsp:cNvSpPr/>
      </dsp:nvSpPr>
      <dsp:spPr>
        <a:xfrm>
          <a:off x="7117798" y="3106538"/>
          <a:ext cx="1617389" cy="72"/>
        </a:xfrm>
        <a:prstGeom prst="rect">
          <a:avLst/>
        </a:prstGeom>
        <a:solidFill>
          <a:schemeClr val="accent2">
            <a:hueOff val="5272048"/>
            <a:satOff val="-15131"/>
            <a:lumOff val="-24226"/>
            <a:alphaOff val="0"/>
          </a:schemeClr>
        </a:solidFill>
        <a:ln w="19050" cap="flat" cmpd="sng" algn="ctr">
          <a:solidFill>
            <a:schemeClr val="accent2">
              <a:hueOff val="5272048"/>
              <a:satOff val="-15131"/>
              <a:lumOff val="-24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92D4C-F7FF-48B4-800F-3820F060A402}">
      <dsp:nvSpPr>
        <dsp:cNvPr id="0" name=""/>
        <dsp:cNvSpPr/>
      </dsp:nvSpPr>
      <dsp:spPr>
        <a:xfrm>
          <a:off x="8896926" y="842265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6.  Confirm</a:t>
          </a:r>
          <a:r>
            <a:rPr lang="en-IN" sz="1200" kern="1200"/>
            <a:t> → Recovered data is validated and confirmed ready</a:t>
          </a:r>
          <a:endParaRPr lang="en-US" sz="1200" kern="1200"/>
        </a:p>
      </dsp:txBody>
      <dsp:txXfrm>
        <a:off x="8896926" y="1702716"/>
        <a:ext cx="1617389" cy="1358607"/>
      </dsp:txXfrm>
    </dsp:sp>
    <dsp:sp modelId="{4679ADD5-8028-460E-A87D-73708301BB73}">
      <dsp:nvSpPr>
        <dsp:cNvPr id="0" name=""/>
        <dsp:cNvSpPr/>
      </dsp:nvSpPr>
      <dsp:spPr>
        <a:xfrm>
          <a:off x="9365969" y="1068699"/>
          <a:ext cx="679303" cy="679303"/>
        </a:xfrm>
        <a:prstGeom prst="ellipse">
          <a:avLst/>
        </a:prstGeom>
        <a:solidFill>
          <a:schemeClr val="accent2">
            <a:hueOff val="5857831"/>
            <a:satOff val="-16812"/>
            <a:lumOff val="-26917"/>
            <a:alphaOff val="0"/>
          </a:schemeClr>
        </a:solidFill>
        <a:ln w="19050" cap="flat" cmpd="sng" algn="ctr">
          <a:solidFill>
            <a:schemeClr val="accent2">
              <a:hueOff val="5857831"/>
              <a:satOff val="-16812"/>
              <a:lumOff val="-269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6</a:t>
          </a:r>
        </a:p>
      </dsp:txBody>
      <dsp:txXfrm>
        <a:off x="9465451" y="1168181"/>
        <a:ext cx="480339" cy="480339"/>
      </dsp:txXfrm>
    </dsp:sp>
    <dsp:sp modelId="{525D2208-D772-46BA-A64C-556BBD9C6A2B}">
      <dsp:nvSpPr>
        <dsp:cNvPr id="0" name=""/>
        <dsp:cNvSpPr/>
      </dsp:nvSpPr>
      <dsp:spPr>
        <a:xfrm>
          <a:off x="8896926" y="3106538"/>
          <a:ext cx="1617389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6EF5C-3A1A-4275-B79D-34D7AC245427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0B50A-E734-48B3-8992-55656C14F6EE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69108-B78B-4137-8AC6-ECE694FC358F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From Reactive to Proactive Data Operations</a:t>
          </a:r>
          <a:endParaRPr lang="en-US" sz="1600" kern="1200" dirty="0"/>
        </a:p>
      </dsp:txBody>
      <dsp:txXfrm>
        <a:off x="1057183" y="1805"/>
        <a:ext cx="9458416" cy="915310"/>
      </dsp:txXfrm>
    </dsp:sp>
    <dsp:sp modelId="{79B3C592-0791-429A-95EE-86B4F8A38730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8FC7C-07DE-4040-A8EA-7918C63B554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A4BD9-CFA3-43AD-A347-0D103EDBCD60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Traditional:</a:t>
          </a:r>
          <a:br>
            <a:rPr lang="en-IN" sz="1600" kern="1200" dirty="0"/>
          </a:br>
          <a:r>
            <a:rPr lang="en-IN" sz="1600" kern="1200" dirty="0"/>
            <a:t>Detect → Escalate → Investigate → Fix → Validate</a:t>
          </a:r>
          <a:endParaRPr lang="en-US" sz="1600" kern="1200" dirty="0"/>
        </a:p>
      </dsp:txBody>
      <dsp:txXfrm>
        <a:off x="1057183" y="1145944"/>
        <a:ext cx="9458416" cy="915310"/>
      </dsp:txXfrm>
    </dsp:sp>
    <dsp:sp modelId="{0F710FD4-CD27-40EC-A72D-E7AAB784EC1D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A95C3-9D44-47D6-9789-D5E55154168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D6C2F-6AA8-4A6E-8E81-E1597773DE8D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AI-Assisted:</a:t>
          </a:r>
          <a:br>
            <a:rPr lang="en-IN" sz="1600" kern="1200" dirty="0"/>
          </a:br>
          <a:r>
            <a:rPr lang="en-IN" sz="1600" b="0" kern="1200" dirty="0"/>
            <a:t>Monitor → Detect → Explain → Validate → Approve → Recover → Confirm</a:t>
          </a:r>
          <a:endParaRPr lang="en-US" sz="1600" b="0" kern="1200" dirty="0"/>
        </a:p>
      </dsp:txBody>
      <dsp:txXfrm>
        <a:off x="1057183" y="2290082"/>
        <a:ext cx="9458416" cy="915310"/>
      </dsp:txXfrm>
    </dsp:sp>
    <dsp:sp modelId="{647E58B8-90A9-405B-BD06-D4DF200C7F76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8647B-C5E7-44AC-ABD4-123C2016223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473BF-6FB9-421C-8863-C16D1CABD8FB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Key Message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Transforming data operations from reactive technical support into proactive business self-service.</a:t>
          </a:r>
          <a:endParaRPr lang="en-US" sz="1600" kern="1200" dirty="0"/>
        </a:p>
      </dsp:txBody>
      <dsp:txXfrm>
        <a:off x="1057183" y="3434221"/>
        <a:ext cx="9458416" cy="91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26EF5C-3A1A-4275-B79D-34D7AC245427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C0B50A-E734-48B3-8992-55656C14F6EE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69108-B78B-4137-8AC6-ECE694FC358F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When Critical Sales Data Fails</a:t>
          </a:r>
          <a:endParaRPr lang="en-US" sz="1600" kern="1200"/>
        </a:p>
      </dsp:txBody>
      <dsp:txXfrm>
        <a:off x="1057183" y="1805"/>
        <a:ext cx="9458416" cy="915310"/>
      </dsp:txXfrm>
    </dsp:sp>
    <dsp:sp modelId="{79B3C592-0791-429A-95EE-86B4F8A38730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8FC7C-07DE-4040-A8EA-7918C63B554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A4BD9-CFA3-43AD-A347-0D103EDBCD60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Before:</a:t>
          </a:r>
          <a:br>
            <a:rPr lang="en-IN" sz="1600" kern="1200" dirty="0"/>
          </a:br>
          <a:r>
            <a:rPr lang="en-IN" sz="1600" kern="1200" dirty="0"/>
            <a:t>Failure → Business discovers issue → Engineering investigation → Manual rerun → Manual validation</a:t>
          </a:r>
          <a:endParaRPr lang="en-US" sz="1600" kern="1200" dirty="0"/>
        </a:p>
      </dsp:txBody>
      <dsp:txXfrm>
        <a:off x="1057183" y="1145944"/>
        <a:ext cx="9458416" cy="915310"/>
      </dsp:txXfrm>
    </dsp:sp>
    <dsp:sp modelId="{0F710FD4-CD27-40EC-A72D-E7AAB784EC1D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A95C3-9D44-47D6-9789-D5E551541689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D6C2F-6AA8-4A6E-8E81-E1597773DE8D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With AI Assistant:</a:t>
          </a:r>
          <a:br>
            <a:rPr lang="en-IN" sz="1600" kern="1200"/>
          </a:br>
          <a:r>
            <a:rPr lang="en-IN" sz="1600" kern="1200"/>
            <a:t>Failure detected → Issue explained → DQ &amp; SLA validated → Business approval → Recovery → Final validation</a:t>
          </a:r>
          <a:endParaRPr lang="en-US" sz="1600" kern="1200"/>
        </a:p>
      </dsp:txBody>
      <dsp:txXfrm>
        <a:off x="1057183" y="2290082"/>
        <a:ext cx="9458416" cy="915310"/>
      </dsp:txXfrm>
    </dsp:sp>
    <dsp:sp modelId="{647E58B8-90A9-405B-BD06-D4DF200C7F76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8647B-C5E7-44AC-ABD4-123C2016223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473BF-6FB9-421C-8863-C16D1CABD8FB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Result:</a:t>
          </a:r>
          <a:br>
            <a:rPr lang="en-IN" sz="1600" kern="1200"/>
          </a:br>
          <a:r>
            <a:rPr lang="en-IN" sz="1600" b="1" kern="1200"/>
            <a:t>Faster response + Reduced manual effort + Greater confidence in data</a:t>
          </a:r>
          <a:endParaRPr lang="en-US" sz="1600" kern="1200"/>
        </a:p>
      </dsp:txBody>
      <dsp:txXfrm>
        <a:off x="1057183" y="3434221"/>
        <a:ext cx="9458416" cy="915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947FD-FAF0-4095-8D29-32E6744BC90A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7CEFA-127F-4F5E-B044-9D24E76F1097}">
      <dsp:nvSpPr>
        <dsp:cNvPr id="0" name=""/>
        <dsp:cNvSpPr/>
      </dsp:nvSpPr>
      <dsp:spPr>
        <a:xfrm>
          <a:off x="0" y="0"/>
          <a:ext cx="1258342" cy="5530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1258342" cy="5530735"/>
      </dsp:txXfrm>
    </dsp:sp>
    <dsp:sp modelId="{EFC80C9E-9298-4F88-BAEE-6FC5EF4AE8CB}">
      <dsp:nvSpPr>
        <dsp:cNvPr id="0" name=""/>
        <dsp:cNvSpPr/>
      </dsp:nvSpPr>
      <dsp:spPr>
        <a:xfrm>
          <a:off x="1352718" y="32710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1. Faster issue resolution </a:t>
          </a:r>
          <a:endParaRPr lang="en-US" sz="1900" kern="1200" dirty="0"/>
        </a:p>
      </dsp:txBody>
      <dsp:txXfrm>
        <a:off x="1352718" y="32710"/>
        <a:ext cx="4938995" cy="654209"/>
      </dsp:txXfrm>
    </dsp:sp>
    <dsp:sp modelId="{CB9986BD-6D27-4427-A75F-66DA68F2B400}">
      <dsp:nvSpPr>
        <dsp:cNvPr id="0" name=""/>
        <dsp:cNvSpPr/>
      </dsp:nvSpPr>
      <dsp:spPr>
        <a:xfrm>
          <a:off x="1258342" y="686919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B1A31-A49C-4060-AC4B-F13728E1A053}">
      <dsp:nvSpPr>
        <dsp:cNvPr id="0" name=""/>
        <dsp:cNvSpPr/>
      </dsp:nvSpPr>
      <dsp:spPr>
        <a:xfrm>
          <a:off x="1352718" y="719630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2. Reduced dependency on Data Engineering </a:t>
          </a:r>
          <a:endParaRPr lang="en-US" sz="1900" kern="1200" dirty="0"/>
        </a:p>
      </dsp:txBody>
      <dsp:txXfrm>
        <a:off x="1352718" y="719630"/>
        <a:ext cx="4938995" cy="654209"/>
      </dsp:txXfrm>
    </dsp:sp>
    <dsp:sp modelId="{5176A6AE-7578-4567-9649-D06A28F58F4C}">
      <dsp:nvSpPr>
        <dsp:cNvPr id="0" name=""/>
        <dsp:cNvSpPr/>
      </dsp:nvSpPr>
      <dsp:spPr>
        <a:xfrm>
          <a:off x="1258342" y="1373839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12FDA-0D1A-474E-82A1-7257592DEBD1}">
      <dsp:nvSpPr>
        <dsp:cNvPr id="0" name=""/>
        <dsp:cNvSpPr/>
      </dsp:nvSpPr>
      <dsp:spPr>
        <a:xfrm>
          <a:off x="1352718" y="1406549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3. Improved data availability </a:t>
          </a:r>
          <a:endParaRPr lang="en-US" sz="1900" kern="1200" dirty="0"/>
        </a:p>
      </dsp:txBody>
      <dsp:txXfrm>
        <a:off x="1352718" y="1406549"/>
        <a:ext cx="4938995" cy="654209"/>
      </dsp:txXfrm>
    </dsp:sp>
    <dsp:sp modelId="{BD086302-FA13-49E7-9AD3-B41E7E132B04}">
      <dsp:nvSpPr>
        <dsp:cNvPr id="0" name=""/>
        <dsp:cNvSpPr/>
      </dsp:nvSpPr>
      <dsp:spPr>
        <a:xfrm>
          <a:off x="1258342" y="2060759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144746-BFDA-4C1B-B712-D6641BE5CC7D}">
      <dsp:nvSpPr>
        <dsp:cNvPr id="0" name=""/>
        <dsp:cNvSpPr/>
      </dsp:nvSpPr>
      <dsp:spPr>
        <a:xfrm>
          <a:off x="1352718" y="2093469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4. Better data quality and SLA visibility </a:t>
          </a:r>
          <a:endParaRPr lang="en-US" sz="1900" kern="1200" dirty="0"/>
        </a:p>
      </dsp:txBody>
      <dsp:txXfrm>
        <a:off x="1352718" y="2093469"/>
        <a:ext cx="4938995" cy="654209"/>
      </dsp:txXfrm>
    </dsp:sp>
    <dsp:sp modelId="{B05EF517-5485-46FC-BC80-F14054EAAEA2}">
      <dsp:nvSpPr>
        <dsp:cNvPr id="0" name=""/>
        <dsp:cNvSpPr/>
      </dsp:nvSpPr>
      <dsp:spPr>
        <a:xfrm>
          <a:off x="1258342" y="2747678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3E0C9-ED51-45BB-ACBF-AE8E093E03B3}">
      <dsp:nvSpPr>
        <dsp:cNvPr id="0" name=""/>
        <dsp:cNvSpPr/>
      </dsp:nvSpPr>
      <dsp:spPr>
        <a:xfrm>
          <a:off x="1352718" y="2780389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5. Reduced manual operational effort </a:t>
          </a:r>
          <a:endParaRPr lang="en-US" sz="1900" kern="1200" dirty="0"/>
        </a:p>
      </dsp:txBody>
      <dsp:txXfrm>
        <a:off x="1352718" y="2780389"/>
        <a:ext cx="4938995" cy="654209"/>
      </dsp:txXfrm>
    </dsp:sp>
    <dsp:sp modelId="{4FADEEDE-6F0D-4082-A56F-F5EF2C17C857}">
      <dsp:nvSpPr>
        <dsp:cNvPr id="0" name=""/>
        <dsp:cNvSpPr/>
      </dsp:nvSpPr>
      <dsp:spPr>
        <a:xfrm>
          <a:off x="1258342" y="3434598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626C9F-47A2-424C-853C-0F0BD953FBB8}">
      <dsp:nvSpPr>
        <dsp:cNvPr id="0" name=""/>
        <dsp:cNvSpPr/>
      </dsp:nvSpPr>
      <dsp:spPr>
        <a:xfrm>
          <a:off x="1352718" y="3467309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6. Greater confidence in business data </a:t>
          </a:r>
          <a:endParaRPr lang="en-US" sz="1900" kern="1200" dirty="0"/>
        </a:p>
      </dsp:txBody>
      <dsp:txXfrm>
        <a:off x="1352718" y="3467309"/>
        <a:ext cx="4938995" cy="654209"/>
      </dsp:txXfrm>
    </dsp:sp>
    <dsp:sp modelId="{D70CA308-9E77-4120-BC47-B4F779398A4F}">
      <dsp:nvSpPr>
        <dsp:cNvPr id="0" name=""/>
        <dsp:cNvSpPr/>
      </dsp:nvSpPr>
      <dsp:spPr>
        <a:xfrm>
          <a:off x="1258342" y="4121518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D8952-35E4-4CB7-9F51-27C900E0EE91}">
      <dsp:nvSpPr>
        <dsp:cNvPr id="0" name=""/>
        <dsp:cNvSpPr/>
      </dsp:nvSpPr>
      <dsp:spPr>
        <a:xfrm>
          <a:off x="1352718" y="4154228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7. Controlled and auditable recovery </a:t>
          </a:r>
          <a:endParaRPr lang="en-US" sz="1900" kern="1200" dirty="0"/>
        </a:p>
      </dsp:txBody>
      <dsp:txXfrm>
        <a:off x="1352718" y="4154228"/>
        <a:ext cx="4938995" cy="654209"/>
      </dsp:txXfrm>
    </dsp:sp>
    <dsp:sp modelId="{13E48BAA-761B-41F7-BAA0-62320252DD14}">
      <dsp:nvSpPr>
        <dsp:cNvPr id="0" name=""/>
        <dsp:cNvSpPr/>
      </dsp:nvSpPr>
      <dsp:spPr>
        <a:xfrm>
          <a:off x="1258342" y="4808438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E82A2B-41A9-489B-8D79-CFAF7C65B027}">
      <dsp:nvSpPr>
        <dsp:cNvPr id="0" name=""/>
        <dsp:cNvSpPr/>
      </dsp:nvSpPr>
      <dsp:spPr>
        <a:xfrm>
          <a:off x="1352718" y="4841148"/>
          <a:ext cx="4938995" cy="654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8. Improved operational transparency</a:t>
          </a:r>
          <a:endParaRPr lang="en-US" sz="1900" kern="1200" dirty="0"/>
        </a:p>
      </dsp:txBody>
      <dsp:txXfrm>
        <a:off x="1352718" y="4841148"/>
        <a:ext cx="4938995" cy="654209"/>
      </dsp:txXfrm>
    </dsp:sp>
    <dsp:sp modelId="{9F474EF8-4D0D-4872-A042-B90740FD6EFC}">
      <dsp:nvSpPr>
        <dsp:cNvPr id="0" name=""/>
        <dsp:cNvSpPr/>
      </dsp:nvSpPr>
      <dsp:spPr>
        <a:xfrm>
          <a:off x="1258342" y="5495357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E0079-DC38-4AB5-AD9A-D295F3E2B62B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0BEDC-F9B6-47C4-B724-49DA79602ED2}">
      <dsp:nvSpPr>
        <dsp:cNvPr id="0" name=""/>
        <dsp:cNvSpPr/>
      </dsp:nvSpPr>
      <dsp:spPr>
        <a:xfrm>
          <a:off x="0" y="0"/>
          <a:ext cx="1258342" cy="55307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 dirty="0"/>
        </a:p>
      </dsp:txBody>
      <dsp:txXfrm>
        <a:off x="0" y="0"/>
        <a:ext cx="1258342" cy="5530735"/>
      </dsp:txXfrm>
    </dsp:sp>
    <dsp:sp modelId="{F50497DE-4B63-40BD-98DB-94277F05B549}">
      <dsp:nvSpPr>
        <dsp:cNvPr id="0" name=""/>
        <dsp:cNvSpPr/>
      </dsp:nvSpPr>
      <dsp:spPr>
        <a:xfrm>
          <a:off x="1352718" y="37335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1.  Expand to more business pipelines and regions </a:t>
          </a:r>
          <a:endParaRPr lang="en-US" sz="2000" kern="1200" dirty="0"/>
        </a:p>
      </dsp:txBody>
      <dsp:txXfrm>
        <a:off x="1352718" y="37335"/>
        <a:ext cx="4938995" cy="746703"/>
      </dsp:txXfrm>
    </dsp:sp>
    <dsp:sp modelId="{294003DA-F25B-4802-9433-3801585269CD}">
      <dsp:nvSpPr>
        <dsp:cNvPr id="0" name=""/>
        <dsp:cNvSpPr/>
      </dsp:nvSpPr>
      <dsp:spPr>
        <a:xfrm>
          <a:off x="1258342" y="784038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486F2-569A-46EE-8D2F-2C58FDEB63E9}">
      <dsp:nvSpPr>
        <dsp:cNvPr id="0" name=""/>
        <dsp:cNvSpPr/>
      </dsp:nvSpPr>
      <dsp:spPr>
        <a:xfrm>
          <a:off x="1352718" y="821373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2.  Predict potential failures and SLA breaches </a:t>
          </a:r>
          <a:endParaRPr lang="en-US" sz="2000" kern="1200" dirty="0"/>
        </a:p>
      </dsp:txBody>
      <dsp:txXfrm>
        <a:off x="1352718" y="821373"/>
        <a:ext cx="4938995" cy="746703"/>
      </dsp:txXfrm>
    </dsp:sp>
    <dsp:sp modelId="{6ED1DCF8-F232-4870-9F8B-C41A9DA3CD06}">
      <dsp:nvSpPr>
        <dsp:cNvPr id="0" name=""/>
        <dsp:cNvSpPr/>
      </dsp:nvSpPr>
      <dsp:spPr>
        <a:xfrm>
          <a:off x="1258342" y="1568076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95232-964C-48FB-A865-26EDC48029FA}">
      <dsp:nvSpPr>
        <dsp:cNvPr id="0" name=""/>
        <dsp:cNvSpPr/>
      </dsp:nvSpPr>
      <dsp:spPr>
        <a:xfrm>
          <a:off x="1352718" y="1605411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3.  Increase proactive issue detection </a:t>
          </a:r>
          <a:endParaRPr lang="en-US" sz="2000" kern="1200" dirty="0"/>
        </a:p>
      </dsp:txBody>
      <dsp:txXfrm>
        <a:off x="1352718" y="1605411"/>
        <a:ext cx="4938995" cy="746703"/>
      </dsp:txXfrm>
    </dsp:sp>
    <dsp:sp modelId="{E1A9E42C-57B2-4278-8AD3-F07FB7F1ACFC}">
      <dsp:nvSpPr>
        <dsp:cNvPr id="0" name=""/>
        <dsp:cNvSpPr/>
      </dsp:nvSpPr>
      <dsp:spPr>
        <a:xfrm>
          <a:off x="1258342" y="2352115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CF90F-0C7A-4BA7-B391-E2B717DA7050}">
      <dsp:nvSpPr>
        <dsp:cNvPr id="0" name=""/>
        <dsp:cNvSpPr/>
      </dsp:nvSpPr>
      <dsp:spPr>
        <a:xfrm>
          <a:off x="1352718" y="2389450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4.  Expand business self-service capabilities </a:t>
          </a:r>
          <a:endParaRPr lang="en-US" sz="2000" kern="1200" dirty="0"/>
        </a:p>
      </dsp:txBody>
      <dsp:txXfrm>
        <a:off x="1352718" y="2389450"/>
        <a:ext cx="4938995" cy="746703"/>
      </dsp:txXfrm>
    </dsp:sp>
    <dsp:sp modelId="{580C0DE1-F6DD-4D17-B648-ED91351ABE89}">
      <dsp:nvSpPr>
        <dsp:cNvPr id="0" name=""/>
        <dsp:cNvSpPr/>
      </dsp:nvSpPr>
      <dsp:spPr>
        <a:xfrm>
          <a:off x="1258342" y="3136153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14F7D-29C2-4690-BC56-B85025067A66}">
      <dsp:nvSpPr>
        <dsp:cNvPr id="0" name=""/>
        <dsp:cNvSpPr/>
      </dsp:nvSpPr>
      <dsp:spPr>
        <a:xfrm>
          <a:off x="1352718" y="3173488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5.  Automate more repetitive operational activities </a:t>
          </a:r>
          <a:endParaRPr lang="en-US" sz="2000" kern="1200" dirty="0"/>
        </a:p>
      </dsp:txBody>
      <dsp:txXfrm>
        <a:off x="1352718" y="3173488"/>
        <a:ext cx="4938995" cy="746703"/>
      </dsp:txXfrm>
    </dsp:sp>
    <dsp:sp modelId="{C4ED49D6-B3F9-4BB3-B5B0-36CCC15E212A}">
      <dsp:nvSpPr>
        <dsp:cNvPr id="0" name=""/>
        <dsp:cNvSpPr/>
      </dsp:nvSpPr>
      <dsp:spPr>
        <a:xfrm>
          <a:off x="1258342" y="3920191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F0909D-9F70-4428-BD03-6985A4F55CCA}">
      <dsp:nvSpPr>
        <dsp:cNvPr id="0" name=""/>
        <dsp:cNvSpPr/>
      </dsp:nvSpPr>
      <dsp:spPr>
        <a:xfrm>
          <a:off x="1352718" y="3957527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6.  Extend across Sales, Supply Chain, Finance and Manufacturing </a:t>
          </a:r>
          <a:endParaRPr lang="en-US" sz="2000" kern="1200" dirty="0"/>
        </a:p>
      </dsp:txBody>
      <dsp:txXfrm>
        <a:off x="1352718" y="3957527"/>
        <a:ext cx="4938995" cy="746703"/>
      </dsp:txXfrm>
    </dsp:sp>
    <dsp:sp modelId="{54BE36E3-CACA-4F47-A759-63F5273B4A30}">
      <dsp:nvSpPr>
        <dsp:cNvPr id="0" name=""/>
        <dsp:cNvSpPr/>
      </dsp:nvSpPr>
      <dsp:spPr>
        <a:xfrm>
          <a:off x="1258342" y="4704230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037F99-C48A-4D21-9A8D-C235B761F73B}">
      <dsp:nvSpPr>
        <dsp:cNvPr id="0" name=""/>
        <dsp:cNvSpPr/>
      </dsp:nvSpPr>
      <dsp:spPr>
        <a:xfrm>
          <a:off x="1352718" y="4741565"/>
          <a:ext cx="4938995" cy="746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7.  Provide business impact and dependency visibility</a:t>
          </a:r>
          <a:endParaRPr lang="en-US" sz="2000" kern="1200" dirty="0"/>
        </a:p>
      </dsp:txBody>
      <dsp:txXfrm>
        <a:off x="1352718" y="4741565"/>
        <a:ext cx="4938995" cy="746703"/>
      </dsp:txXfrm>
    </dsp:sp>
    <dsp:sp modelId="{30445A58-9D03-440D-AAE9-C7A74B773D48}">
      <dsp:nvSpPr>
        <dsp:cNvPr id="0" name=""/>
        <dsp:cNvSpPr/>
      </dsp:nvSpPr>
      <dsp:spPr>
        <a:xfrm>
          <a:off x="1258342" y="5488268"/>
          <a:ext cx="503337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F80FC-7FA4-4098-B9DD-36D880344F56}">
      <dsp:nvSpPr>
        <dsp:cNvPr id="0" name=""/>
        <dsp:cNvSpPr/>
      </dsp:nvSpPr>
      <dsp:spPr>
        <a:xfrm>
          <a:off x="212335" y="525889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9BACE-5DFE-4350-BBB0-CEE773D67AF5}">
      <dsp:nvSpPr>
        <dsp:cNvPr id="0" name=""/>
        <dsp:cNvSpPr/>
      </dsp:nvSpPr>
      <dsp:spPr>
        <a:xfrm>
          <a:off x="492877" y="806431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388FC-3406-4220-9A45-0773564D0E59}">
      <dsp:nvSpPr>
        <dsp:cNvPr id="0" name=""/>
        <dsp:cNvSpPr/>
      </dsp:nvSpPr>
      <dsp:spPr>
        <a:xfrm>
          <a:off x="1834517" y="525889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One Assistant. One View. One Controlled Data Operations Experience.</a:t>
          </a:r>
          <a:endParaRPr lang="en-US" sz="1400" kern="1200" dirty="0"/>
        </a:p>
      </dsp:txBody>
      <dsp:txXfrm>
        <a:off x="1834517" y="525889"/>
        <a:ext cx="3148942" cy="1335915"/>
      </dsp:txXfrm>
    </dsp:sp>
    <dsp:sp modelId="{48322347-D8AD-430A-832F-B803B9BEEB79}">
      <dsp:nvSpPr>
        <dsp:cNvPr id="0" name=""/>
        <dsp:cNvSpPr/>
      </dsp:nvSpPr>
      <dsp:spPr>
        <a:xfrm>
          <a:off x="5532139" y="525889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766F8-A710-4093-B882-A5BF65FB4EFB}">
      <dsp:nvSpPr>
        <dsp:cNvPr id="0" name=""/>
        <dsp:cNvSpPr/>
      </dsp:nvSpPr>
      <dsp:spPr>
        <a:xfrm>
          <a:off x="5812681" y="806431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DE13B-7E30-4AC4-94CC-B5A93CFE1527}">
      <dsp:nvSpPr>
        <dsp:cNvPr id="0" name=""/>
        <dsp:cNvSpPr/>
      </dsp:nvSpPr>
      <dsp:spPr>
        <a:xfrm>
          <a:off x="7154322" y="525889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/>
            <a:t>Monitor</a:t>
          </a:r>
          <a:r>
            <a:rPr lang="en-IN" sz="1100" kern="1200" dirty="0"/>
            <a:t> business data</a:t>
          </a:r>
          <a:br>
            <a:rPr lang="en-IN" sz="1100" kern="1200" dirty="0"/>
          </a:br>
          <a:r>
            <a:rPr lang="en-IN" sz="1100" kern="1200" dirty="0"/>
            <a:t>↓</a:t>
          </a:r>
          <a:br>
            <a:rPr lang="en-IN" sz="1100" kern="1200" dirty="0"/>
          </a:br>
          <a:r>
            <a:rPr lang="en-IN" sz="1100" b="1" kern="1200" dirty="0"/>
            <a:t>Understand</a:t>
          </a:r>
          <a:r>
            <a:rPr lang="en-IN" sz="1100" kern="1200" dirty="0"/>
            <a:t> issues</a:t>
          </a:r>
          <a:br>
            <a:rPr lang="en-IN" sz="1100" kern="1200" dirty="0"/>
          </a:br>
          <a:r>
            <a:rPr lang="en-IN" sz="1100" kern="1200" dirty="0"/>
            <a:t>↓</a:t>
          </a:r>
          <a:br>
            <a:rPr lang="en-IN" sz="1100" kern="1200" dirty="0"/>
          </a:br>
          <a:r>
            <a:rPr lang="en-IN" sz="1100" b="1" kern="1200" dirty="0"/>
            <a:t>Validate</a:t>
          </a:r>
          <a:r>
            <a:rPr lang="en-IN" sz="1100" kern="1200" dirty="0"/>
            <a:t> reliability</a:t>
          </a:r>
          <a:br>
            <a:rPr lang="en-IN" sz="1100" kern="1200" dirty="0"/>
          </a:br>
          <a:r>
            <a:rPr lang="en-IN" sz="1100" kern="1200" dirty="0"/>
            <a:t>↓</a:t>
          </a:r>
          <a:br>
            <a:rPr lang="en-IN" sz="1100" kern="1200" dirty="0"/>
          </a:br>
          <a:r>
            <a:rPr lang="en-IN" sz="1100" b="1" kern="1200" dirty="0"/>
            <a:t>Recover</a:t>
          </a:r>
          <a:r>
            <a:rPr lang="en-IN" sz="1100" kern="1200" dirty="0"/>
            <a:t> with approval</a:t>
          </a:r>
          <a:br>
            <a:rPr lang="en-IN" sz="1100" kern="1200" dirty="0"/>
          </a:br>
          <a:r>
            <a:rPr lang="en-IN" sz="1100" kern="1200" dirty="0"/>
            <a:t>↓</a:t>
          </a:r>
          <a:br>
            <a:rPr lang="en-IN" sz="1100" kern="1200" dirty="0"/>
          </a:br>
          <a:r>
            <a:rPr lang="en-IN" sz="1100" b="1" kern="1200" dirty="0"/>
            <a:t>Confirm</a:t>
          </a:r>
          <a:r>
            <a:rPr lang="en-IN" sz="1100" kern="1200" dirty="0"/>
            <a:t> business readiness</a:t>
          </a:r>
          <a:endParaRPr lang="en-US" sz="1100" kern="1200" dirty="0"/>
        </a:p>
      </dsp:txBody>
      <dsp:txXfrm>
        <a:off x="7154322" y="525889"/>
        <a:ext cx="3148942" cy="1335915"/>
      </dsp:txXfrm>
    </dsp:sp>
    <dsp:sp modelId="{6274A7AD-35A5-4D59-9C05-61122A331971}">
      <dsp:nvSpPr>
        <dsp:cNvPr id="0" name=""/>
        <dsp:cNvSpPr/>
      </dsp:nvSpPr>
      <dsp:spPr>
        <a:xfrm>
          <a:off x="212335" y="2624470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72774-DD81-43C7-BF30-4F36511816FD}">
      <dsp:nvSpPr>
        <dsp:cNvPr id="0" name=""/>
        <dsp:cNvSpPr/>
      </dsp:nvSpPr>
      <dsp:spPr>
        <a:xfrm>
          <a:off x="492877" y="290501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9359A-EDFD-495E-92CD-E74251B97E4B}">
      <dsp:nvSpPr>
        <dsp:cNvPr id="0" name=""/>
        <dsp:cNvSpPr/>
      </dsp:nvSpPr>
      <dsp:spPr>
        <a:xfrm>
          <a:off x="1834517" y="262447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Business Outcome</a:t>
          </a:r>
          <a:endParaRPr lang="en-US" sz="1400" kern="1200" dirty="0"/>
        </a:p>
      </dsp:txBody>
      <dsp:txXfrm>
        <a:off x="1834517" y="2624470"/>
        <a:ext cx="3148942" cy="1335915"/>
      </dsp:txXfrm>
    </dsp:sp>
    <dsp:sp modelId="{1802D848-3787-44B9-88F6-54F5D4EEF797}">
      <dsp:nvSpPr>
        <dsp:cNvPr id="0" name=""/>
        <dsp:cNvSpPr/>
      </dsp:nvSpPr>
      <dsp:spPr>
        <a:xfrm>
          <a:off x="5532139" y="2624470"/>
          <a:ext cx="1335915" cy="133591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F033D-9D59-4137-A3F3-BE917276BEDA}">
      <dsp:nvSpPr>
        <dsp:cNvPr id="0" name=""/>
        <dsp:cNvSpPr/>
      </dsp:nvSpPr>
      <dsp:spPr>
        <a:xfrm>
          <a:off x="5812681" y="2905013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5FBE02-75E6-4605-9DFF-ABD82538020B}">
      <dsp:nvSpPr>
        <dsp:cNvPr id="0" name=""/>
        <dsp:cNvSpPr/>
      </dsp:nvSpPr>
      <dsp:spPr>
        <a:xfrm>
          <a:off x="7154322" y="262447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Reliable Data | Faster Resolution | Lower Manual Effort | Higher Business Confidence</a:t>
          </a:r>
          <a:endParaRPr lang="en-US" sz="1400" kern="1200" dirty="0"/>
        </a:p>
      </dsp:txBody>
      <dsp:txXfrm>
        <a:off x="7154322" y="2624470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B5626-4DF2-78D4-5702-799800E0B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A9FF6F-11E4-A9AE-673B-D3CF6EA78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2DA73-B53A-40FF-0E13-1C130387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CC66D-2B7C-EE19-FEA9-4ABFA70B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B6584-859A-7CA4-F3E0-6C54138E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547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CF99B-AD25-3235-2281-498A31EC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F8C06-79A0-273E-63AD-082CCFAB8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66B2-3901-6878-9AA0-CDBD9E4A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51E87-EF75-B5E1-DA88-08E760FCC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618E2-7E60-538E-1D17-0DE335D3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2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5C9D-2AD3-FE78-4411-A16E2BF8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EFD4-DA6A-63DD-DB6F-D5AC1E0D8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463A-6D34-BD5F-C33C-C3ACD5746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85B0A-AF60-1B64-6C79-12E8C49DD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17857-5E99-E385-46D1-4B828BB4D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892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2B69-51CD-7841-C15E-55AA97249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96A59-812D-0997-49FD-6685F3DEC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FDDA9-5DEB-67F3-6516-ECC95BAB2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A109-3706-386E-BAFF-1B3A606A1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12888-D8DD-3AC9-3CDC-5071FCC17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6B074-F032-46F2-19E5-972AA282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600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5B60-2F64-7C5A-137B-EB05E8FA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F0725-AA81-9BE3-761B-462BA9988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8B46F-736B-DCFE-5CC1-39ABB4FFA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D60FF-7898-F366-6495-98293E821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6C0AF7-72C5-D328-982E-17A0ADE39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17433-4D90-FB53-DF17-B570744B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273187-30E8-80B5-8C2C-8BB072CF0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0B1C6E-6E1B-1C81-7F20-879FB5BD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46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3C286-902B-1B35-D79F-D107926F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1467B-F01F-D868-C773-AD2C1A449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95BBD-4807-5131-775E-EA087CA8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E16D7-978F-C29C-DFE6-59CBD44D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07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78A3D-3DC3-871C-2B9D-3E89B3A2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941E8-2D17-F6F0-5FA9-D489D45C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19B3E-AB94-B9A4-34A1-B8A7CE4E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99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816A-F35D-5460-F51F-9A0F1009A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37E3-4873-8AB8-27E7-8CAF7F1B6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6571B-1930-14AC-02E1-4398CFF8F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58B30-78E1-0169-F87B-9963BE65D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EC8F5-BD59-3B31-F9F4-8E93730F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46592-D8CE-4B93-F6E1-905FB363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3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4B08-2AE7-C69F-14C5-33240F6D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67331-4F6E-7D42-C58F-7CB8A9C1D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CFDF3-D942-3478-B715-71CB12626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44459-437D-9F4A-CC51-21416574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8EBFE-B9DA-4D2B-A1B2-B6040EC94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6AA12-8AEF-4234-0937-91C3C4CF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19F2C-22F0-7277-03B9-36A32AD7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E32A4-7E9F-2320-6CC5-693380BEA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5368E-6704-C3C7-BF13-3A563A28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C60F9-5869-D240-A48C-DD804741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FE895-DBE2-1377-9E46-D683ED19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58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CF4C09-1B72-F03E-01DB-A2FA9CBCF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AF0A9-8C5F-220F-79BC-6395AA092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89AD-159E-A033-CFEC-AFF1111E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5B7E0-137B-A420-003D-CB342D66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D19C1-0EDC-3537-38FD-73E941E3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11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60897-B087-21BE-6E52-27024EC6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A5FCF-DEF2-5165-3D17-EB58E5047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6A7A5-E34D-E4A0-1445-69B73CBB8C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16930-CC83-4BAF-8818-4DB5E832C865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DA7B8-4F59-061C-B2D1-0C1CCB935A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7C40-DA4D-790B-CCF2-195A59B15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D5DC83-960E-43CB-A85A-95BE16AE1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6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2E89A9-13DC-C216-813B-5336B16C60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7604" y="121472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IN" sz="7400" dirty="0">
                <a:solidFill>
                  <a:srgbClr val="FFFFFF"/>
                </a:solidFill>
              </a:rPr>
              <a:t>Data pipeline sentinel based on multi agents</a:t>
            </a: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152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BBE29-6222-D650-879C-B7BE0EE33A49}"/>
              </a:ext>
            </a:extLst>
          </p:cNvPr>
          <p:cNvSpPr txBox="1"/>
          <p:nvPr/>
        </p:nvSpPr>
        <p:spPr>
          <a:xfrm>
            <a:off x="1343911" y="885881"/>
            <a:ext cx="8959893" cy="649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Objective &amp; Business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6BCEC-65C6-E7F8-3B32-35DBB0072A9C}"/>
              </a:ext>
            </a:extLst>
          </p:cNvPr>
          <p:cNvSpPr txBox="1"/>
          <p:nvPr/>
        </p:nvSpPr>
        <p:spPr>
          <a:xfrm>
            <a:off x="1616053" y="1669652"/>
            <a:ext cx="8959893" cy="37898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 AI-driven solution that continuously monitors business data, identifies operational issues, investigates root causes, validates data quality and SLAs, and enables controlled recovery through human approval.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Key Outcome: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Reliable, timely and business-ready data with reduced operational effort.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Enable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natural-language self-service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business users.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Monitor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availability, SLA, and data quality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Identify and explain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issues and delays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business insights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through Genie.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Recommend and execute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approved corrective actions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Reduce dependency on data engineering teams and improve 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reliability and availability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08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AFC6D3-A7D0-F4BD-1285-1E8BF6C8F7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3338597"/>
              </p:ext>
            </p:extLst>
          </p:nvPr>
        </p:nvGraphicFramePr>
        <p:xfrm>
          <a:off x="3526970" y="435429"/>
          <a:ext cx="8138685" cy="601282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4011258">
                  <a:extLst>
                    <a:ext uri="{9D8B030D-6E8A-4147-A177-3AD203B41FA5}">
                      <a16:colId xmlns:a16="http://schemas.microsoft.com/office/drawing/2014/main" val="175865684"/>
                    </a:ext>
                  </a:extLst>
                </a:gridCol>
                <a:gridCol w="4127427">
                  <a:extLst>
                    <a:ext uri="{9D8B030D-6E8A-4147-A177-3AD203B41FA5}">
                      <a16:colId xmlns:a16="http://schemas.microsoft.com/office/drawing/2014/main" val="3023579135"/>
                    </a:ext>
                  </a:extLst>
                </a:gridCol>
              </a:tblGrid>
              <a:tr h="383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Challenge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Business Perspective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375051"/>
                  </a:ext>
                </a:extLst>
              </a:tr>
              <a:tr h="760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 dirty="0">
                          <a:solidFill>
                            <a:schemeClr val="tx1"/>
                          </a:solidFill>
                        </a:rPr>
                        <a:t>Limited visibility into data availability and pipeline health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Business teams cannot easily know whether critical </a:t>
                      </a: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SAP sales, inventory, material, or procurement data</a:t>
                      </a: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 has reached the reporting system on time.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133445"/>
                  </a:ext>
                </a:extLst>
              </a:tr>
              <a:tr h="760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 dirty="0">
                          <a:solidFill>
                            <a:schemeClr val="tx1"/>
                          </a:solidFill>
                        </a:rPr>
                        <a:t>Delayed detection of failures and data delays</a:t>
                      </a:r>
                      <a:endParaRPr lang="en-IN" sz="1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A failed SAP-to-Databricks pipeline may delay </a:t>
                      </a: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daily sales, stock, or production reports</a:t>
                      </a: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, impacting business decisions before IT teams identify the issue.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392133"/>
                  </a:ext>
                </a:extLst>
              </a:tr>
              <a:tr h="760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High dependency on Data Engineering teams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</a:rPr>
                        <a:t>Business users depend on Data Engineers to check pipeline failures, investigate SAP data issues, and restart jobs—even for routine operational problems.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148655"/>
                  </a:ext>
                </a:extLst>
              </a:tr>
              <a:tr h="87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Time-consuming root-cause investigation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When sales or inventory numbers are incorrect, teams may spend hours tracing issues across </a:t>
                      </a: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SAP, ETL pipelines, files, and Databricks tables</a:t>
                      </a: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 to identify the cause.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453904"/>
                  </a:ext>
                </a:extLst>
              </a:tr>
              <a:tr h="760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Data quality and SLA risks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</a:rPr>
                        <a:t>Missing materials, duplicate sales, incorrect quantities, or late SAP data can cause </a:t>
                      </a:r>
                      <a:r>
                        <a:rPr lang="en-IN" sz="1200" b="1" cap="none" spc="0" dirty="0">
                          <a:solidFill>
                            <a:schemeClr val="tx1"/>
                          </a:solidFill>
                        </a:rPr>
                        <a:t>incorrect business reports and missed reporting SLAs</a:t>
                      </a:r>
                      <a:r>
                        <a:rPr lang="en-IN" sz="1200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846996"/>
                  </a:ext>
                </a:extLst>
              </a:tr>
              <a:tr h="7609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Manual recovery and validation processes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After a pipeline failure, engineers manually </a:t>
                      </a: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rerun jobs, check data quality, and validate reports</a:t>
                      </a:r>
                      <a:r>
                        <a:rPr lang="en-IN" sz="1200" cap="none" spc="0">
                          <a:solidFill>
                            <a:schemeClr val="tx1"/>
                          </a:solidFill>
                        </a:rPr>
                        <a:t>, increasing recovery time and operational effort.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417084"/>
                  </a:ext>
                </a:extLst>
              </a:tr>
              <a:tr h="949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cap="none" spc="0">
                          <a:solidFill>
                            <a:schemeClr val="tx1"/>
                          </a:solidFill>
                        </a:rPr>
                        <a:t>Limited visibility into business impact</a:t>
                      </a:r>
                      <a:endParaRPr lang="en-IN" sz="1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cap="none" spc="0" dirty="0">
                          <a:solidFill>
                            <a:schemeClr val="tx1"/>
                          </a:solidFill>
                        </a:rPr>
                        <a:t>A technical failure may not clearly show its business impact—for example, </a:t>
                      </a:r>
                      <a:r>
                        <a:rPr lang="en-IN" sz="1200" b="1" cap="none" spc="0" dirty="0">
                          <a:solidFill>
                            <a:schemeClr val="tx1"/>
                          </a:solidFill>
                        </a:rPr>
                        <a:t>which country, retailer, sales report, inventory process, or production decision is affected</a:t>
                      </a:r>
                      <a:r>
                        <a:rPr lang="en-IN" sz="1200" cap="none" spc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87973" marR="25777" marT="67671" marB="676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87049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06B7BF6-EA29-EDF2-D40D-80042807A7B7}"/>
              </a:ext>
            </a:extLst>
          </p:cNvPr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0A49394-3ACF-424C-7A3D-29199FFFCCE6}"/>
              </a:ext>
            </a:extLst>
          </p:cNvPr>
          <p:cNvSpPr txBox="1">
            <a:spLocks/>
          </p:cNvSpPr>
          <p:nvPr/>
        </p:nvSpPr>
        <p:spPr>
          <a:xfrm>
            <a:off x="526345" y="2074363"/>
            <a:ext cx="2643577" cy="2573838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74625" cmpd="thinThick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dirty="0">
                <a:solidFill>
                  <a:srgbClr val="FFFFFF"/>
                </a:solidFill>
              </a:rPr>
              <a:t>Business Challenges</a:t>
            </a:r>
          </a:p>
        </p:txBody>
      </p:sp>
    </p:spTree>
    <p:extLst>
      <p:ext uri="{BB962C8B-B14F-4D97-AF65-F5344CB8AC3E}">
        <p14:creationId xmlns:p14="http://schemas.microsoft.com/office/powerpoint/2010/main" val="1198173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8F77EB-4A2A-0ACE-91F1-61F8909ED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834143"/>
              </p:ext>
            </p:extLst>
          </p:nvPr>
        </p:nvGraphicFramePr>
        <p:xfrm>
          <a:off x="4032514" y="631372"/>
          <a:ext cx="7713172" cy="5562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70727">
                  <a:extLst>
                    <a:ext uri="{9D8B030D-6E8A-4147-A177-3AD203B41FA5}">
                      <a16:colId xmlns:a16="http://schemas.microsoft.com/office/drawing/2014/main" val="2589893518"/>
                    </a:ext>
                  </a:extLst>
                </a:gridCol>
                <a:gridCol w="3942445">
                  <a:extLst>
                    <a:ext uri="{9D8B030D-6E8A-4147-A177-3AD203B41FA5}">
                      <a16:colId xmlns:a16="http://schemas.microsoft.com/office/drawing/2014/main" val="2621066768"/>
                    </a:ext>
                  </a:extLst>
                </a:gridCol>
              </a:tblGrid>
              <a:tr h="695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Business Impact</a:t>
                      </a:r>
                    </a:p>
                  </a:txBody>
                  <a:tcPr marL="67691" marR="67691" marT="33846" marB="338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Real Business Example – Retail / SAP</a:t>
                      </a:r>
                    </a:p>
                  </a:txBody>
                  <a:tcPr marL="67691" marR="67691" marT="33846" marB="33846" anchor="ctr"/>
                </a:tc>
                <a:extLst>
                  <a:ext uri="{0D108BD9-81ED-4DB2-BD59-A6C34878D82A}">
                    <a16:rowId xmlns:a16="http://schemas.microsoft.com/office/drawing/2014/main" val="3461661600"/>
                  </a:ext>
                </a:extLst>
              </a:tr>
              <a:tr h="792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Delayed business reporting</a:t>
                      </a:r>
                      <a:endParaRPr lang="en-IN" sz="1400"/>
                    </a:p>
                  </a:txBody>
                  <a:tcPr marL="67691" marR="67691" marT="33846" marB="338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SAP sales data for a region fails to load into the analytics platform, delaying the </a:t>
                      </a:r>
                      <a:r>
                        <a:rPr lang="en-IN" sz="1400" b="1"/>
                        <a:t>daily sales and revenue report</a:t>
                      </a:r>
                      <a:r>
                        <a:rPr lang="en-IN" sz="1400"/>
                        <a:t> used by business leaders.</a:t>
                      </a:r>
                    </a:p>
                  </a:txBody>
                  <a:tcPr marL="67691" marR="67691" marT="33846" marB="33846" anchor="ctr"/>
                </a:tc>
                <a:extLst>
                  <a:ext uri="{0D108BD9-81ED-4DB2-BD59-A6C34878D82A}">
                    <a16:rowId xmlns:a16="http://schemas.microsoft.com/office/drawing/2014/main" val="2898416451"/>
                  </a:ext>
                </a:extLst>
              </a:tr>
              <a:tr h="10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Increased operational workload</a:t>
                      </a:r>
                      <a:endParaRPr lang="en-IN" sz="1400"/>
                    </a:p>
                  </a:txBody>
                  <a:tcPr marL="67691" marR="67691" marT="33846" marB="338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Business and IT teams spend hours checking </a:t>
                      </a:r>
                      <a:r>
                        <a:rPr lang="en-IN" sz="1400" b="1" dirty="0"/>
                        <a:t>SAP extracts, failed pipelines, data tables, and job logs</a:t>
                      </a:r>
                      <a:r>
                        <a:rPr lang="en-IN" sz="1400" dirty="0"/>
                        <a:t> instead of focusing on core business activities.</a:t>
                      </a:r>
                    </a:p>
                  </a:txBody>
                  <a:tcPr marL="67691" marR="67691" marT="33846" marB="33846" anchor="ctr"/>
                </a:tc>
                <a:extLst>
                  <a:ext uri="{0D108BD9-81ED-4DB2-BD59-A6C34878D82A}">
                    <a16:rowId xmlns:a16="http://schemas.microsoft.com/office/drawing/2014/main" val="2216749829"/>
                  </a:ext>
                </a:extLst>
              </a:tr>
              <a:tr h="10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Reduced confidence in data</a:t>
                      </a:r>
                      <a:endParaRPr lang="en-IN" sz="1400"/>
                    </a:p>
                  </a:txBody>
                  <a:tcPr marL="67691" marR="67691" marT="33846" marB="338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If inventory or sales numbers are missing or duplicated, business users may question whether </a:t>
                      </a:r>
                      <a:r>
                        <a:rPr lang="en-IN" sz="1400" b="1"/>
                        <a:t>sales, stock, and revenue reports</a:t>
                      </a:r>
                      <a:r>
                        <a:rPr lang="en-IN" sz="1400"/>
                        <a:t> can be trusted.</a:t>
                      </a:r>
                    </a:p>
                  </a:txBody>
                  <a:tcPr marL="67691" marR="67691" marT="33846" marB="33846" anchor="ctr"/>
                </a:tc>
                <a:extLst>
                  <a:ext uri="{0D108BD9-81ED-4DB2-BD59-A6C34878D82A}">
                    <a16:rowId xmlns:a16="http://schemas.microsoft.com/office/drawing/2014/main" val="3764600835"/>
                  </a:ext>
                </a:extLst>
              </a:tr>
              <a:tr h="10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Longer issue-resolution cycles</a:t>
                      </a:r>
                      <a:endParaRPr lang="en-IN" sz="1400"/>
                    </a:p>
                  </a:txBody>
                  <a:tcPr marL="67691" marR="67691" marT="33846" marB="338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 failed overnight </a:t>
                      </a:r>
                      <a:r>
                        <a:rPr lang="en-IN" sz="1400" b="1"/>
                        <a:t>SAP → Data Platform</a:t>
                      </a:r>
                      <a:r>
                        <a:rPr lang="en-IN" sz="1400"/>
                        <a:t> pipeline is discovered only after users notice missing data, leading to lengthy investigation, reruns, and validation.</a:t>
                      </a:r>
                    </a:p>
                  </a:txBody>
                  <a:tcPr marL="67691" marR="67691" marT="33846" marB="33846" anchor="ctr"/>
                </a:tc>
                <a:extLst>
                  <a:ext uri="{0D108BD9-81ED-4DB2-BD59-A6C34878D82A}">
                    <a16:rowId xmlns:a16="http://schemas.microsoft.com/office/drawing/2014/main" val="3859732154"/>
                  </a:ext>
                </a:extLst>
              </a:tr>
              <a:tr h="1018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Risk to time-sensitive business decisions</a:t>
                      </a:r>
                      <a:endParaRPr lang="en-IN" sz="1400"/>
                    </a:p>
                  </a:txBody>
                  <a:tcPr marL="67691" marR="67691" marT="33846" marB="338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Delayed inventory or sales data can affect </a:t>
                      </a:r>
                      <a:r>
                        <a:rPr lang="en-IN" sz="1400" b="1" dirty="0"/>
                        <a:t>replenishment, production planning, procurement, promotions, and store-level decisions</a:t>
                      </a:r>
                      <a:r>
                        <a:rPr lang="en-IN" sz="1400" dirty="0"/>
                        <a:t>.</a:t>
                      </a:r>
                    </a:p>
                  </a:txBody>
                  <a:tcPr marL="67691" marR="67691" marT="33846" marB="33846" anchor="ctr"/>
                </a:tc>
                <a:extLst>
                  <a:ext uri="{0D108BD9-81ED-4DB2-BD59-A6C34878D82A}">
                    <a16:rowId xmlns:a16="http://schemas.microsoft.com/office/drawing/2014/main" val="219327655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6879444-B8F4-E4F3-6648-CE2C5B0312FA}"/>
              </a:ext>
            </a:extLst>
          </p:cNvPr>
          <p:cNvSpPr/>
          <p:nvPr/>
        </p:nvSpPr>
        <p:spPr>
          <a:xfrm>
            <a:off x="10886" y="0"/>
            <a:ext cx="2013557" cy="685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44848-EF6F-E695-D4A5-205DE16E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380" y="2058034"/>
            <a:ext cx="2752354" cy="27092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74625" cmpd="thinThick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347768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BC6F3-54F7-8671-624C-31B40EE6E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4161" y="1262324"/>
            <a:ext cx="8959893" cy="688427"/>
          </a:xfrm>
        </p:spPr>
        <p:txBody>
          <a:bodyPr anchor="ctr">
            <a:normAutofit/>
          </a:bodyPr>
          <a:lstStyle/>
          <a:p>
            <a:pPr algn="ctr"/>
            <a:r>
              <a:rPr lang="en-IN" sz="3600" dirty="0">
                <a:solidFill>
                  <a:srgbClr val="595959"/>
                </a:solidFill>
              </a:rPr>
              <a:t>Project scope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CEB0-445A-3718-3CD7-B8217AFB6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257" y="2635409"/>
            <a:ext cx="9786257" cy="3135085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solution will enhance the existing </a:t>
            </a: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Engineering Assistant into a business-focused, multi-agent AI Data Operations Assistant on Databricks</a:t>
            </a:r>
            <a:r>
              <a:rPr lang="en-I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It will enable business users to monitor data health, investigate issues, ensure data quality, monitor SLAs, access business insights through Genie, and take approved corrective actions using natural language.</a:t>
            </a:r>
          </a:p>
          <a:p>
            <a:pPr marL="0" indent="0">
              <a:buNone/>
            </a:pPr>
            <a:endParaRPr lang="en-IN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Proposed:</a:t>
            </a: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I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Business User → Databricks AI Assistant → Identify → Explain → Recommend → Resolve → Validate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This will provide faster issue identification, reduced dependency on data engineering teams, improved data availability, and greater confidence in business data.</a:t>
            </a:r>
            <a:endParaRPr lang="en-I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363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B94214-A2A0-02E7-7DF7-6B030C54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3" y="853223"/>
            <a:ext cx="8959893" cy="681663"/>
          </a:xfrm>
        </p:spPr>
        <p:txBody>
          <a:bodyPr anchor="b">
            <a:normAutofit/>
          </a:bodyPr>
          <a:lstStyle/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AI-Powered Data Operations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087DB-851E-A471-09F2-CA22D27A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3" y="1937526"/>
            <a:ext cx="8959892" cy="3169482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single business-friendly assistant that helps teams: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Monitor critical data 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Detect failures and delays 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Understand the reason for issues 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Validate data quality and SLA 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Recommend corrective actions 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Execute approved recovery </a:t>
            </a:r>
          </a:p>
          <a:p>
            <a:pPr lvl="0"/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Confirm data readiness </a:t>
            </a:r>
          </a:p>
          <a:p>
            <a:pPr marL="0" lvl="0" indent="0">
              <a:buNone/>
            </a:pP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IN" sz="1600" b="1" dirty="0">
                <a:solidFill>
                  <a:schemeClr val="accent2">
                    <a:lumMod val="75000"/>
                  </a:schemeClr>
                </a:solidFill>
              </a:rPr>
              <a:t>Business Journey:</a:t>
            </a:r>
          </a:p>
          <a:p>
            <a:pPr marL="0" indent="0">
              <a:buNone/>
            </a:pPr>
            <a:b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IN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Identify → Explain → Validate → Recover → Confirm</a:t>
            </a:r>
            <a:endParaRPr lang="en-I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01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5D1DC1-0539-9D63-13A1-10A1E089A7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958741"/>
              </p:ext>
            </p:extLst>
          </p:nvPr>
        </p:nvGraphicFramePr>
        <p:xfrm>
          <a:off x="4038599" y="824792"/>
          <a:ext cx="7513321" cy="520841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297551">
                  <a:extLst>
                    <a:ext uri="{9D8B030D-6E8A-4147-A177-3AD203B41FA5}">
                      <a16:colId xmlns:a16="http://schemas.microsoft.com/office/drawing/2014/main" val="751563585"/>
                    </a:ext>
                  </a:extLst>
                </a:gridCol>
                <a:gridCol w="2615883">
                  <a:extLst>
                    <a:ext uri="{9D8B030D-6E8A-4147-A177-3AD203B41FA5}">
                      <a16:colId xmlns:a16="http://schemas.microsoft.com/office/drawing/2014/main" val="3896145434"/>
                    </a:ext>
                  </a:extLst>
                </a:gridCol>
                <a:gridCol w="2599887">
                  <a:extLst>
                    <a:ext uri="{9D8B030D-6E8A-4147-A177-3AD203B41FA5}">
                      <a16:colId xmlns:a16="http://schemas.microsoft.com/office/drawing/2014/main" val="222983452"/>
                    </a:ext>
                  </a:extLst>
                </a:gridCol>
              </a:tblGrid>
              <a:tr h="354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Agent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Business Purpose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Example Request</a:t>
                      </a:r>
                    </a:p>
                  </a:txBody>
                  <a:tcPr marL="73519" marR="73519" marT="36759" marB="36759" anchor="ctr"/>
                </a:tc>
                <a:extLst>
                  <a:ext uri="{0D108BD9-81ED-4DB2-BD59-A6C34878D82A}">
                    <a16:rowId xmlns:a16="http://schemas.microsoft.com/office/drawing/2014/main" val="705033741"/>
                  </a:ext>
                </a:extLst>
              </a:tr>
              <a:tr h="13028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Genie Agent</a:t>
                      </a:r>
                      <a:endParaRPr lang="en-IN" sz="1400" dirty="0"/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Enables business users to ask natural-language questions and get insights from governed business data.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"What were the total sales by country yesterday?"</a:t>
                      </a:r>
                    </a:p>
                  </a:txBody>
                  <a:tcPr marL="73519" marR="73519" marT="36759" marB="36759" anchor="ctr"/>
                </a:tc>
                <a:extLst>
                  <a:ext uri="{0D108BD9-81ED-4DB2-BD59-A6C34878D82A}">
                    <a16:rowId xmlns:a16="http://schemas.microsoft.com/office/drawing/2014/main" val="1060749159"/>
                  </a:ext>
                </a:extLst>
              </a:tr>
              <a:tr h="82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Issue Investigation Agent</a:t>
                      </a:r>
                      <a:endParaRPr lang="en-IN" sz="1400"/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Identifies and explains the reason for missing, delayed, or failed data.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"Why is the US data delayed?"</a:t>
                      </a:r>
                    </a:p>
                  </a:txBody>
                  <a:tcPr marL="73519" marR="73519" marT="36759" marB="36759" anchor="ctr"/>
                </a:tc>
                <a:extLst>
                  <a:ext uri="{0D108BD9-81ED-4DB2-BD59-A6C34878D82A}">
                    <a16:rowId xmlns:a16="http://schemas.microsoft.com/office/drawing/2014/main" val="2157003603"/>
                  </a:ext>
                </a:extLst>
              </a:tr>
              <a:tr h="82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SLA Monitoring Agent</a:t>
                      </a:r>
                      <a:endParaRPr lang="en-IN" sz="1400"/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Monitors critical data availability timelines and identifies potential delays.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"Will today's sales data be available on time?"</a:t>
                      </a:r>
                    </a:p>
                  </a:txBody>
                  <a:tcPr marL="73519" marR="73519" marT="36759" marB="36759" anchor="ctr"/>
                </a:tc>
                <a:extLst>
                  <a:ext uri="{0D108BD9-81ED-4DB2-BD59-A6C34878D82A}">
                    <a16:rowId xmlns:a16="http://schemas.microsoft.com/office/drawing/2014/main" val="3225214549"/>
                  </a:ext>
                </a:extLst>
              </a:tr>
              <a:tr h="1065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 Quality Agent</a:t>
                      </a:r>
                      <a:endParaRPr lang="en-IN" sz="1400"/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Checks whether the available data is complete and meets expected quality standards.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"Are there any issues with today’s US Data pipeline?"</a:t>
                      </a:r>
                    </a:p>
                  </a:txBody>
                  <a:tcPr marL="73519" marR="73519" marT="36759" marB="36759" anchor="ctr"/>
                </a:tc>
                <a:extLst>
                  <a:ext uri="{0D108BD9-81ED-4DB2-BD59-A6C34878D82A}">
                    <a16:rowId xmlns:a16="http://schemas.microsoft.com/office/drawing/2014/main" val="1604377054"/>
                  </a:ext>
                </a:extLst>
              </a:tr>
              <a:tr h="828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Action Agent</a:t>
                      </a:r>
                      <a:endParaRPr lang="en-IN" sz="1400"/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Performs approved corrective actions and confirms the result.</a:t>
                      </a:r>
                    </a:p>
                  </a:txBody>
                  <a:tcPr marL="73519" marR="73519" marT="36759" marB="36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"Please rerun the failed load and validate the data."</a:t>
                      </a:r>
                    </a:p>
                  </a:txBody>
                  <a:tcPr marL="73519" marR="73519" marT="36759" marB="36759" anchor="ctr"/>
                </a:tc>
                <a:extLst>
                  <a:ext uri="{0D108BD9-81ED-4DB2-BD59-A6C34878D82A}">
                    <a16:rowId xmlns:a16="http://schemas.microsoft.com/office/drawing/2014/main" val="125505693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2F35D06-3CC9-2EEE-DBAF-163D1288C775}"/>
              </a:ext>
            </a:extLst>
          </p:cNvPr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7C1A8-6523-4606-13F2-1B525CD4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65" y="2074361"/>
            <a:ext cx="2752354" cy="270927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74625" cmpd="thinThick">
            <a:solidFill>
              <a:schemeClr val="accent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Intelligent Agent Capabilities</a:t>
            </a:r>
          </a:p>
        </p:txBody>
      </p:sp>
    </p:spTree>
    <p:extLst>
      <p:ext uri="{BB962C8B-B14F-4D97-AF65-F5344CB8AC3E}">
        <p14:creationId xmlns:p14="http://schemas.microsoft.com/office/powerpoint/2010/main" val="2832098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129BC-739E-3DA5-7136-6A20A89DE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dirty="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Business Process Flow</a:t>
            </a:r>
            <a:endParaRPr lang="en-US" sz="5400" kern="1200" dirty="0">
              <a:solidFill>
                <a:schemeClr val="accent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1B0CFD84-5463-21BC-91B4-74F54CC8E0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18759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70271F-0EC3-08E4-2623-8C13878E460C}"/>
              </a:ext>
            </a:extLst>
          </p:cNvPr>
          <p:cNvSpPr txBox="1"/>
          <p:nvPr/>
        </p:nvSpPr>
        <p:spPr>
          <a:xfrm>
            <a:off x="838200" y="2228087"/>
            <a:ext cx="4417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From Data Issue to Business-Ready Data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79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BEFB3-4F71-B117-0FDF-866A936B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F37B3-486C-8235-7301-586A621B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Business Transformation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77BE2F-110C-76BE-00D4-1746490420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89449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22CABD3-31DC-1D3E-9D95-82C46E8F837C}"/>
              </a:ext>
            </a:extLst>
          </p:cNvPr>
          <p:cNvSpPr/>
          <p:nvPr/>
        </p:nvSpPr>
        <p:spPr>
          <a:xfrm>
            <a:off x="1110343" y="3167743"/>
            <a:ext cx="522514" cy="511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23B42C-6F93-8795-ED30-F50456682B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771" y="3216728"/>
            <a:ext cx="413657" cy="4136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C77C24-B0EA-485F-D30A-49925B83AD2C}"/>
              </a:ext>
            </a:extLst>
          </p:cNvPr>
          <p:cNvSpPr/>
          <p:nvPr/>
        </p:nvSpPr>
        <p:spPr>
          <a:xfrm>
            <a:off x="1110343" y="4294413"/>
            <a:ext cx="522514" cy="560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9F4623-E950-0ED6-0CBC-92EE35729B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457" y="4321628"/>
            <a:ext cx="533400" cy="5334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6E5D8EB-5963-F9ED-6BC9-4A226194F3BC}"/>
              </a:ext>
            </a:extLst>
          </p:cNvPr>
          <p:cNvSpPr/>
          <p:nvPr/>
        </p:nvSpPr>
        <p:spPr>
          <a:xfrm>
            <a:off x="1099457" y="5464628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829B57-8D97-04F5-B863-7D0E656B12F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1" y="5486400"/>
            <a:ext cx="457199" cy="45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4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7C69-8866-B0AB-876F-17D3D4D8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Example Business Scenario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F5829E-CE86-A769-4F01-6034430542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785345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3A37C4C-DD5F-0B5C-FA03-6DE76F765C50}"/>
              </a:ext>
            </a:extLst>
          </p:cNvPr>
          <p:cNvSpPr/>
          <p:nvPr/>
        </p:nvSpPr>
        <p:spPr>
          <a:xfrm>
            <a:off x="1110343" y="3167743"/>
            <a:ext cx="522514" cy="5116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A6D453-DDC5-B113-724E-FDF320CBBB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771" y="3216728"/>
            <a:ext cx="413657" cy="41365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179580F-8AE7-ECE2-BB11-19FE589E8EDE}"/>
              </a:ext>
            </a:extLst>
          </p:cNvPr>
          <p:cNvSpPr/>
          <p:nvPr/>
        </p:nvSpPr>
        <p:spPr>
          <a:xfrm>
            <a:off x="1110343" y="4294413"/>
            <a:ext cx="522514" cy="560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DA8A47-3A9F-7911-326B-ADA99868EF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9457" y="4321628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0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C3624-4AC7-087D-7915-EE435487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</a:rPr>
              <a:t>Business Benefits</a:t>
            </a:r>
            <a:endParaRPr lang="en-IN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BF5C5-034F-1476-BE9F-AAA4F8742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231050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046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53036-97EA-C1E2-8AC1-39AD97C1F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rgbClr val="FFFFFF"/>
                </a:solidFill>
              </a:rPr>
              <a:t>Future Improvements</a:t>
            </a:r>
            <a:endParaRPr lang="en-IN" sz="34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99B4C7-267B-8F7A-FA77-EFC05540F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6889695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4031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0775-8DEA-0251-14CF-728EDF0C7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Final Business Value</a:t>
            </a:r>
            <a:endParaRPr lang="en-IN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1E19685-5E1A-827A-1096-DD87D9551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714319"/>
              </p:ext>
            </p:extLst>
          </p:nvPr>
        </p:nvGraphicFramePr>
        <p:xfrm>
          <a:off x="838200" y="1690688"/>
          <a:ext cx="1051560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1450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10643</TotalTime>
  <Words>1124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Data pipeline sentinel based on multi agents</vt:lpstr>
      <vt:lpstr>PowerPoint Presentation</vt:lpstr>
      <vt:lpstr>PowerPoint Presentation</vt:lpstr>
      <vt:lpstr>Business Impact</vt:lpstr>
      <vt:lpstr>Project scope</vt:lpstr>
      <vt:lpstr>AI-Powered Data Operations</vt:lpstr>
      <vt:lpstr>Intelligent Agent Capabilities</vt:lpstr>
      <vt:lpstr>Business Process Flow</vt:lpstr>
      <vt:lpstr>Business Transformation</vt:lpstr>
      <vt:lpstr>Example Business Scenario</vt:lpstr>
      <vt:lpstr>Business Benefits</vt:lpstr>
      <vt:lpstr>Future Improvements</vt:lpstr>
      <vt:lpstr>Final Business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Nageswaran A</dc:creator>
  <cp:lastModifiedBy>Nageswaran A</cp:lastModifiedBy>
  <cp:revision>4</cp:revision>
  <dcterms:created xsi:type="dcterms:W3CDTF">2026-09-04T05:11:35Z</dcterms:created>
  <dcterms:modified xsi:type="dcterms:W3CDTF">2026-09-16T14:22:26Z</dcterms:modified>
</cp:coreProperties>
</file>